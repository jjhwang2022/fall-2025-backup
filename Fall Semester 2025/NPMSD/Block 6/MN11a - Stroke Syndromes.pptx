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notesMasterIdLst>
    <p:notesMasterId r:id="rId5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9" r:id="rId12"/>
    <p:sldId id="270" r:id="rId13"/>
    <p:sldId id="273" r:id="rId14"/>
    <p:sldId id="271" r:id="rId15"/>
    <p:sldId id="272" r:id="rId16"/>
    <p:sldId id="274" r:id="rId17"/>
    <p:sldId id="275" r:id="rId18"/>
    <p:sldId id="276" r:id="rId19"/>
    <p:sldId id="277" r:id="rId20"/>
    <p:sldId id="285" r:id="rId21"/>
    <p:sldId id="278" r:id="rId22"/>
    <p:sldId id="279" r:id="rId23"/>
    <p:sldId id="280" r:id="rId24"/>
    <p:sldId id="281" r:id="rId25"/>
    <p:sldId id="282" r:id="rId26"/>
    <p:sldId id="283" r:id="rId27"/>
    <p:sldId id="286" r:id="rId28"/>
    <p:sldId id="287" r:id="rId29"/>
    <p:sldId id="288" r:id="rId30"/>
    <p:sldId id="289" r:id="rId31"/>
    <p:sldId id="290" r:id="rId32"/>
    <p:sldId id="291" r:id="rId33"/>
    <p:sldId id="294" r:id="rId34"/>
    <p:sldId id="295" r:id="rId35"/>
    <p:sldId id="296" r:id="rId36"/>
    <p:sldId id="292" r:id="rId37"/>
    <p:sldId id="297" r:id="rId38"/>
    <p:sldId id="298" r:id="rId39"/>
    <p:sldId id="299" r:id="rId40"/>
    <p:sldId id="300" r:id="rId41"/>
    <p:sldId id="301" r:id="rId42"/>
    <p:sldId id="302" r:id="rId43"/>
    <p:sldId id="304" r:id="rId44"/>
    <p:sldId id="303" r:id="rId45"/>
    <p:sldId id="305" r:id="rId46"/>
    <p:sldId id="306" r:id="rId47"/>
    <p:sldId id="307" r:id="rId48"/>
    <p:sldId id="308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5358D2-AEFF-0241-8BC3-27AD102AC424}">
          <p14:sldIdLst>
            <p14:sldId id="256"/>
            <p14:sldId id="257"/>
            <p14:sldId id="259"/>
          </p14:sldIdLst>
        </p14:section>
        <p14:section name="Definition of Stroke" id="{882859BC-64E8-2748-9B75-8F7F3275265A}">
          <p14:sldIdLst>
            <p14:sldId id="260"/>
          </p14:sldIdLst>
        </p14:section>
        <p14:section name="Classification" id="{00C1A298-40AF-9749-BDBF-D1F382B89196}">
          <p14:sldIdLst>
            <p14:sldId id="261"/>
            <p14:sldId id="262"/>
            <p14:sldId id="263"/>
            <p14:sldId id="264"/>
            <p14:sldId id="265"/>
          </p14:sldIdLst>
        </p14:section>
        <p14:section name="Blood Supply" id="{A72A3194-8205-1F47-9049-886873E396C4}">
          <p14:sldIdLst>
            <p14:sldId id="267"/>
            <p14:sldId id="269"/>
            <p14:sldId id="270"/>
            <p14:sldId id="273"/>
          </p14:sldIdLst>
        </p14:section>
        <p14:section name="Anterior Circulation Syndromes" id="{F36D407E-D1ED-214A-BC15-0A8F19887FF4}">
          <p14:sldIdLst>
            <p14:sldId id="271"/>
            <p14:sldId id="272"/>
            <p14:sldId id="274"/>
            <p14:sldId id="275"/>
            <p14:sldId id="276"/>
            <p14:sldId id="277"/>
            <p14:sldId id="285"/>
          </p14:sldIdLst>
        </p14:section>
        <p14:section name="Small Vessel Syndromes" id="{A7DA57CF-8CBE-444A-BD20-F45045F7D03A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Posterior Circulation Syndromes" id="{AAADE9AA-1E1D-064C-9F6E-DDA5D6490DB8}">
          <p14:sldIdLst>
            <p14:sldId id="286"/>
            <p14:sldId id="287"/>
            <p14:sldId id="288"/>
            <p14:sldId id="289"/>
            <p14:sldId id="290"/>
            <p14:sldId id="291"/>
            <p14:sldId id="294"/>
            <p14:sldId id="295"/>
            <p14:sldId id="296"/>
            <p14:sldId id="292"/>
            <p14:sldId id="297"/>
            <p14:sldId id="298"/>
            <p14:sldId id="299"/>
            <p14:sldId id="300"/>
            <p14:sldId id="301"/>
            <p14:sldId id="302"/>
            <p14:sldId id="304"/>
            <p14:sldId id="303"/>
            <p14:sldId id="305"/>
            <p14:sldId id="306"/>
            <p14:sldId id="307"/>
            <p14:sldId id="30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4"/>
    <p:restoredTop sz="96327"/>
  </p:normalViewPr>
  <p:slideViewPr>
    <p:cSldViewPr snapToGrid="0" snapToObjects="1">
      <p:cViewPr varScale="1">
        <p:scale>
          <a:sx n="187" d="100"/>
          <a:sy n="187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F15981-0283-45DF-9486-70D04BC4D44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4F92DB-7646-4286-B42A-5D50C1A02C89}">
      <dgm:prSet/>
      <dgm:spPr/>
      <dgm:t>
        <a:bodyPr/>
        <a:lstStyle/>
        <a:p>
          <a:r>
            <a:rPr lang="en-US"/>
            <a:t>Definition of stroke</a:t>
          </a:r>
        </a:p>
      </dgm:t>
    </dgm:pt>
    <dgm:pt modelId="{F690C42A-8309-4C66-B5DC-498CCA9B3FDC}" type="parTrans" cxnId="{29781B01-5519-437A-BAAD-E4053813F69C}">
      <dgm:prSet/>
      <dgm:spPr/>
      <dgm:t>
        <a:bodyPr/>
        <a:lstStyle/>
        <a:p>
          <a:endParaRPr lang="en-US"/>
        </a:p>
      </dgm:t>
    </dgm:pt>
    <dgm:pt modelId="{01BB91F7-2DB7-4203-A2DA-FF14269F08EF}" type="sibTrans" cxnId="{29781B01-5519-437A-BAAD-E4053813F69C}">
      <dgm:prSet/>
      <dgm:spPr/>
      <dgm:t>
        <a:bodyPr/>
        <a:lstStyle/>
        <a:p>
          <a:endParaRPr lang="en-US"/>
        </a:p>
      </dgm:t>
    </dgm:pt>
    <dgm:pt modelId="{536F4E96-1F1D-4C82-8CBF-F17E28D41C71}">
      <dgm:prSet/>
      <dgm:spPr/>
      <dgm:t>
        <a:bodyPr/>
        <a:lstStyle/>
        <a:p>
          <a:r>
            <a:rPr lang="en-US" dirty="0"/>
            <a:t>Classification</a:t>
          </a:r>
        </a:p>
      </dgm:t>
    </dgm:pt>
    <dgm:pt modelId="{4616696C-ACFF-4690-98BD-507049225A68}" type="parTrans" cxnId="{AAE20370-DB30-44F1-8BF4-839598110F5A}">
      <dgm:prSet/>
      <dgm:spPr/>
      <dgm:t>
        <a:bodyPr/>
        <a:lstStyle/>
        <a:p>
          <a:endParaRPr lang="en-US"/>
        </a:p>
      </dgm:t>
    </dgm:pt>
    <dgm:pt modelId="{746848F3-5012-474E-B76B-058B7D53336D}" type="sibTrans" cxnId="{AAE20370-DB30-44F1-8BF4-839598110F5A}">
      <dgm:prSet/>
      <dgm:spPr/>
      <dgm:t>
        <a:bodyPr/>
        <a:lstStyle/>
        <a:p>
          <a:endParaRPr lang="en-US"/>
        </a:p>
      </dgm:t>
    </dgm:pt>
    <dgm:pt modelId="{63E2E1B3-883E-4C5A-AC0D-2D41B13AF233}">
      <dgm:prSet/>
      <dgm:spPr/>
      <dgm:t>
        <a:bodyPr/>
        <a:lstStyle/>
        <a:p>
          <a:r>
            <a:rPr lang="en-US" dirty="0"/>
            <a:t>Anterior Circulation Syndromes</a:t>
          </a:r>
        </a:p>
      </dgm:t>
    </dgm:pt>
    <dgm:pt modelId="{A6830BC4-91B6-4C22-93EF-C35F7B92E81F}" type="parTrans" cxnId="{6FBE8812-EDF4-4BEC-BF03-2EEB0CBF6D4A}">
      <dgm:prSet/>
      <dgm:spPr/>
      <dgm:t>
        <a:bodyPr/>
        <a:lstStyle/>
        <a:p>
          <a:endParaRPr lang="en-US"/>
        </a:p>
      </dgm:t>
    </dgm:pt>
    <dgm:pt modelId="{5A96D271-0D6A-47FE-B0ED-F5447138EAFB}" type="sibTrans" cxnId="{6FBE8812-EDF4-4BEC-BF03-2EEB0CBF6D4A}">
      <dgm:prSet/>
      <dgm:spPr/>
      <dgm:t>
        <a:bodyPr/>
        <a:lstStyle/>
        <a:p>
          <a:endParaRPr lang="en-US"/>
        </a:p>
      </dgm:t>
    </dgm:pt>
    <dgm:pt modelId="{A409DDAF-B475-4439-992D-A3532BEAD220}">
      <dgm:prSet/>
      <dgm:spPr/>
      <dgm:t>
        <a:bodyPr/>
        <a:lstStyle/>
        <a:p>
          <a:r>
            <a:rPr lang="en-US" dirty="0"/>
            <a:t>Posterior Circulation Syndromes</a:t>
          </a:r>
        </a:p>
      </dgm:t>
    </dgm:pt>
    <dgm:pt modelId="{1FECD847-DBF7-4B3E-A3D6-13AB64C57B68}" type="parTrans" cxnId="{A5D153BE-5193-43FE-9A88-B1EBE7307342}">
      <dgm:prSet/>
      <dgm:spPr/>
      <dgm:t>
        <a:bodyPr/>
        <a:lstStyle/>
        <a:p>
          <a:endParaRPr lang="en-US"/>
        </a:p>
      </dgm:t>
    </dgm:pt>
    <dgm:pt modelId="{CC18C513-4DBE-40C8-A4F3-A79FD38E8714}" type="sibTrans" cxnId="{A5D153BE-5193-43FE-9A88-B1EBE7307342}">
      <dgm:prSet/>
      <dgm:spPr/>
      <dgm:t>
        <a:bodyPr/>
        <a:lstStyle/>
        <a:p>
          <a:endParaRPr lang="en-US"/>
        </a:p>
      </dgm:t>
    </dgm:pt>
    <dgm:pt modelId="{059D2838-3505-D346-92BC-B26C5EC9EAA9}">
      <dgm:prSet/>
      <dgm:spPr/>
      <dgm:t>
        <a:bodyPr/>
        <a:lstStyle/>
        <a:p>
          <a:r>
            <a:rPr lang="en-US" dirty="0"/>
            <a:t>Blood Supply Review</a:t>
          </a:r>
        </a:p>
      </dgm:t>
    </dgm:pt>
    <dgm:pt modelId="{6F0F05AF-637E-0448-8BBF-C73BF74DB533}" type="parTrans" cxnId="{CD2CBAC7-827E-D640-8932-4D9376AB7E77}">
      <dgm:prSet/>
      <dgm:spPr/>
      <dgm:t>
        <a:bodyPr/>
        <a:lstStyle/>
        <a:p>
          <a:endParaRPr lang="en-US"/>
        </a:p>
      </dgm:t>
    </dgm:pt>
    <dgm:pt modelId="{B9122666-D7D0-EB49-A4FB-2FB0F9056068}" type="sibTrans" cxnId="{CD2CBAC7-827E-D640-8932-4D9376AB7E77}">
      <dgm:prSet/>
      <dgm:spPr/>
      <dgm:t>
        <a:bodyPr/>
        <a:lstStyle/>
        <a:p>
          <a:endParaRPr lang="en-US"/>
        </a:p>
      </dgm:t>
    </dgm:pt>
    <dgm:pt modelId="{7F4A126A-F5BE-064C-9D75-E1326D0D54CC}">
      <dgm:prSet/>
      <dgm:spPr/>
      <dgm:t>
        <a:bodyPr/>
        <a:lstStyle/>
        <a:p>
          <a:r>
            <a:rPr lang="en-US" dirty="0"/>
            <a:t>Small Vessel Syndromes</a:t>
          </a:r>
        </a:p>
      </dgm:t>
    </dgm:pt>
    <dgm:pt modelId="{39DBF2AE-F0E5-FC41-8B4A-D7FF8836A714}" type="parTrans" cxnId="{1C09B5CD-E60D-6B4D-B872-988FD10DA3C6}">
      <dgm:prSet/>
      <dgm:spPr/>
      <dgm:t>
        <a:bodyPr/>
        <a:lstStyle/>
        <a:p>
          <a:endParaRPr lang="en-US"/>
        </a:p>
      </dgm:t>
    </dgm:pt>
    <dgm:pt modelId="{E72BFF79-EDE3-134F-9B05-D64D61301890}" type="sibTrans" cxnId="{1C09B5CD-E60D-6B4D-B872-988FD10DA3C6}">
      <dgm:prSet/>
      <dgm:spPr/>
      <dgm:t>
        <a:bodyPr/>
        <a:lstStyle/>
        <a:p>
          <a:endParaRPr lang="en-US"/>
        </a:p>
      </dgm:t>
    </dgm:pt>
    <dgm:pt modelId="{286FA07B-14BC-E14E-B90C-1A93B28CB633}" type="pres">
      <dgm:prSet presAssocID="{35F15981-0283-45DF-9486-70D04BC4D444}" presName="vert0" presStyleCnt="0">
        <dgm:presLayoutVars>
          <dgm:dir/>
          <dgm:animOne val="branch"/>
          <dgm:animLvl val="lvl"/>
        </dgm:presLayoutVars>
      </dgm:prSet>
      <dgm:spPr/>
    </dgm:pt>
    <dgm:pt modelId="{8F356D22-FE5C-5441-972A-460A7C2DB772}" type="pres">
      <dgm:prSet presAssocID="{B14F92DB-7646-4286-B42A-5D50C1A02C89}" presName="thickLine" presStyleLbl="alignNode1" presStyleIdx="0" presStyleCnt="6"/>
      <dgm:spPr/>
    </dgm:pt>
    <dgm:pt modelId="{02AD7582-3709-D949-86AE-A1250C2B18AC}" type="pres">
      <dgm:prSet presAssocID="{B14F92DB-7646-4286-B42A-5D50C1A02C89}" presName="horz1" presStyleCnt="0"/>
      <dgm:spPr/>
    </dgm:pt>
    <dgm:pt modelId="{E683A709-1E9D-BA4A-A347-96B0D9C23640}" type="pres">
      <dgm:prSet presAssocID="{B14F92DB-7646-4286-B42A-5D50C1A02C89}" presName="tx1" presStyleLbl="revTx" presStyleIdx="0" presStyleCnt="6"/>
      <dgm:spPr/>
    </dgm:pt>
    <dgm:pt modelId="{4EEFD975-5AB8-5D43-B110-58941D868FB2}" type="pres">
      <dgm:prSet presAssocID="{B14F92DB-7646-4286-B42A-5D50C1A02C89}" presName="vert1" presStyleCnt="0"/>
      <dgm:spPr/>
    </dgm:pt>
    <dgm:pt modelId="{A2E07465-6951-9941-AB22-8FEE1E96D9A7}" type="pres">
      <dgm:prSet presAssocID="{536F4E96-1F1D-4C82-8CBF-F17E28D41C71}" presName="thickLine" presStyleLbl="alignNode1" presStyleIdx="1" presStyleCnt="6"/>
      <dgm:spPr/>
    </dgm:pt>
    <dgm:pt modelId="{51FB5C79-C9A1-EC4A-BEC1-A44B5C4BBAD3}" type="pres">
      <dgm:prSet presAssocID="{536F4E96-1F1D-4C82-8CBF-F17E28D41C71}" presName="horz1" presStyleCnt="0"/>
      <dgm:spPr/>
    </dgm:pt>
    <dgm:pt modelId="{E53BF8B4-057E-4B4C-BF93-D1F62B53A447}" type="pres">
      <dgm:prSet presAssocID="{536F4E96-1F1D-4C82-8CBF-F17E28D41C71}" presName="tx1" presStyleLbl="revTx" presStyleIdx="1" presStyleCnt="6"/>
      <dgm:spPr/>
    </dgm:pt>
    <dgm:pt modelId="{9C412AB4-774D-C145-834E-E8DEE943E76C}" type="pres">
      <dgm:prSet presAssocID="{536F4E96-1F1D-4C82-8CBF-F17E28D41C71}" presName="vert1" presStyleCnt="0"/>
      <dgm:spPr/>
    </dgm:pt>
    <dgm:pt modelId="{583C9BF7-6525-154B-AEA1-7DAC93154E78}" type="pres">
      <dgm:prSet presAssocID="{059D2838-3505-D346-92BC-B26C5EC9EAA9}" presName="thickLine" presStyleLbl="alignNode1" presStyleIdx="2" presStyleCnt="6"/>
      <dgm:spPr/>
    </dgm:pt>
    <dgm:pt modelId="{BB222669-2683-B84D-88E1-E1F2B511CCAA}" type="pres">
      <dgm:prSet presAssocID="{059D2838-3505-D346-92BC-B26C5EC9EAA9}" presName="horz1" presStyleCnt="0"/>
      <dgm:spPr/>
    </dgm:pt>
    <dgm:pt modelId="{92D4CD64-893E-1444-918D-EC70750F7C90}" type="pres">
      <dgm:prSet presAssocID="{059D2838-3505-D346-92BC-B26C5EC9EAA9}" presName="tx1" presStyleLbl="revTx" presStyleIdx="2" presStyleCnt="6"/>
      <dgm:spPr/>
    </dgm:pt>
    <dgm:pt modelId="{8E6DB298-330C-C44A-A707-2063F5B8063F}" type="pres">
      <dgm:prSet presAssocID="{059D2838-3505-D346-92BC-B26C5EC9EAA9}" presName="vert1" presStyleCnt="0"/>
      <dgm:spPr/>
    </dgm:pt>
    <dgm:pt modelId="{2F4D61C1-EE37-144A-82D1-B4E23E39A5FA}" type="pres">
      <dgm:prSet presAssocID="{63E2E1B3-883E-4C5A-AC0D-2D41B13AF233}" presName="thickLine" presStyleLbl="alignNode1" presStyleIdx="3" presStyleCnt="6"/>
      <dgm:spPr/>
    </dgm:pt>
    <dgm:pt modelId="{11942934-4F03-604C-9849-D343D87AE86C}" type="pres">
      <dgm:prSet presAssocID="{63E2E1B3-883E-4C5A-AC0D-2D41B13AF233}" presName="horz1" presStyleCnt="0"/>
      <dgm:spPr/>
    </dgm:pt>
    <dgm:pt modelId="{90054847-0F15-D748-99E4-CFCB2BA05758}" type="pres">
      <dgm:prSet presAssocID="{63E2E1B3-883E-4C5A-AC0D-2D41B13AF233}" presName="tx1" presStyleLbl="revTx" presStyleIdx="3" presStyleCnt="6"/>
      <dgm:spPr/>
    </dgm:pt>
    <dgm:pt modelId="{A3BDB3E3-A309-534C-B890-A0377A92C677}" type="pres">
      <dgm:prSet presAssocID="{63E2E1B3-883E-4C5A-AC0D-2D41B13AF233}" presName="vert1" presStyleCnt="0"/>
      <dgm:spPr/>
    </dgm:pt>
    <dgm:pt modelId="{7CB3BCE2-6289-CF44-B280-70CC5D53ABF3}" type="pres">
      <dgm:prSet presAssocID="{7F4A126A-F5BE-064C-9D75-E1326D0D54CC}" presName="thickLine" presStyleLbl="alignNode1" presStyleIdx="4" presStyleCnt="6"/>
      <dgm:spPr/>
    </dgm:pt>
    <dgm:pt modelId="{F85CB771-628C-724B-99D9-8DE11C230D2E}" type="pres">
      <dgm:prSet presAssocID="{7F4A126A-F5BE-064C-9D75-E1326D0D54CC}" presName="horz1" presStyleCnt="0"/>
      <dgm:spPr/>
    </dgm:pt>
    <dgm:pt modelId="{4BF87F3E-3966-0F40-8BE7-4A6C2E2F7300}" type="pres">
      <dgm:prSet presAssocID="{7F4A126A-F5BE-064C-9D75-E1326D0D54CC}" presName="tx1" presStyleLbl="revTx" presStyleIdx="4" presStyleCnt="6"/>
      <dgm:spPr/>
    </dgm:pt>
    <dgm:pt modelId="{5CF98C22-749B-804C-8F3E-C3D6D8510E16}" type="pres">
      <dgm:prSet presAssocID="{7F4A126A-F5BE-064C-9D75-E1326D0D54CC}" presName="vert1" presStyleCnt="0"/>
      <dgm:spPr/>
    </dgm:pt>
    <dgm:pt modelId="{AC2CC2C9-F5B3-9345-A08E-60DD1A240474}" type="pres">
      <dgm:prSet presAssocID="{A409DDAF-B475-4439-992D-A3532BEAD220}" presName="thickLine" presStyleLbl="alignNode1" presStyleIdx="5" presStyleCnt="6"/>
      <dgm:spPr/>
    </dgm:pt>
    <dgm:pt modelId="{48227477-5A1E-4742-916F-168E549439D2}" type="pres">
      <dgm:prSet presAssocID="{A409DDAF-B475-4439-992D-A3532BEAD220}" presName="horz1" presStyleCnt="0"/>
      <dgm:spPr/>
    </dgm:pt>
    <dgm:pt modelId="{9B696330-EB83-AD49-B72E-1ED6F69C08DC}" type="pres">
      <dgm:prSet presAssocID="{A409DDAF-B475-4439-992D-A3532BEAD220}" presName="tx1" presStyleLbl="revTx" presStyleIdx="5" presStyleCnt="6"/>
      <dgm:spPr/>
    </dgm:pt>
    <dgm:pt modelId="{72A7E581-2D42-884B-B843-1F47C535E226}" type="pres">
      <dgm:prSet presAssocID="{A409DDAF-B475-4439-992D-A3532BEAD220}" presName="vert1" presStyleCnt="0"/>
      <dgm:spPr/>
    </dgm:pt>
  </dgm:ptLst>
  <dgm:cxnLst>
    <dgm:cxn modelId="{29781B01-5519-437A-BAAD-E4053813F69C}" srcId="{35F15981-0283-45DF-9486-70D04BC4D444}" destId="{B14F92DB-7646-4286-B42A-5D50C1A02C89}" srcOrd="0" destOrd="0" parTransId="{F690C42A-8309-4C66-B5DC-498CCA9B3FDC}" sibTransId="{01BB91F7-2DB7-4203-A2DA-FF14269F08EF}"/>
    <dgm:cxn modelId="{6FBE8812-EDF4-4BEC-BF03-2EEB0CBF6D4A}" srcId="{35F15981-0283-45DF-9486-70D04BC4D444}" destId="{63E2E1B3-883E-4C5A-AC0D-2D41B13AF233}" srcOrd="3" destOrd="0" parTransId="{A6830BC4-91B6-4C22-93EF-C35F7B92E81F}" sibTransId="{5A96D271-0D6A-47FE-B0ED-F5447138EAFB}"/>
    <dgm:cxn modelId="{85CAE52E-AB26-8E4F-94DD-39B21C3C9897}" type="presOf" srcId="{B14F92DB-7646-4286-B42A-5D50C1A02C89}" destId="{E683A709-1E9D-BA4A-A347-96B0D9C23640}" srcOrd="0" destOrd="0" presId="urn:microsoft.com/office/officeart/2008/layout/LinedList"/>
    <dgm:cxn modelId="{AAE20370-DB30-44F1-8BF4-839598110F5A}" srcId="{35F15981-0283-45DF-9486-70D04BC4D444}" destId="{536F4E96-1F1D-4C82-8CBF-F17E28D41C71}" srcOrd="1" destOrd="0" parTransId="{4616696C-ACFF-4690-98BD-507049225A68}" sibTransId="{746848F3-5012-474E-B76B-058B7D53336D}"/>
    <dgm:cxn modelId="{46003F7A-A97F-B548-A9A4-FDB66F847A0F}" type="presOf" srcId="{A409DDAF-B475-4439-992D-A3532BEAD220}" destId="{9B696330-EB83-AD49-B72E-1ED6F69C08DC}" srcOrd="0" destOrd="0" presId="urn:microsoft.com/office/officeart/2008/layout/LinedList"/>
    <dgm:cxn modelId="{4102ED7D-F831-ED48-B997-5060F02C6F9B}" type="presOf" srcId="{35F15981-0283-45DF-9486-70D04BC4D444}" destId="{286FA07B-14BC-E14E-B90C-1A93B28CB633}" srcOrd="0" destOrd="0" presId="urn:microsoft.com/office/officeart/2008/layout/LinedList"/>
    <dgm:cxn modelId="{0751049F-ED34-7143-BEB5-1251EC9C03B4}" type="presOf" srcId="{7F4A126A-F5BE-064C-9D75-E1326D0D54CC}" destId="{4BF87F3E-3966-0F40-8BE7-4A6C2E2F7300}" srcOrd="0" destOrd="0" presId="urn:microsoft.com/office/officeart/2008/layout/LinedList"/>
    <dgm:cxn modelId="{A5D153BE-5193-43FE-9A88-B1EBE7307342}" srcId="{35F15981-0283-45DF-9486-70D04BC4D444}" destId="{A409DDAF-B475-4439-992D-A3532BEAD220}" srcOrd="5" destOrd="0" parTransId="{1FECD847-DBF7-4B3E-A3D6-13AB64C57B68}" sibTransId="{CC18C513-4DBE-40C8-A4F3-A79FD38E8714}"/>
    <dgm:cxn modelId="{AAF7C1C1-1B07-E24A-A8AA-605D6E73BD2C}" type="presOf" srcId="{63E2E1B3-883E-4C5A-AC0D-2D41B13AF233}" destId="{90054847-0F15-D748-99E4-CFCB2BA05758}" srcOrd="0" destOrd="0" presId="urn:microsoft.com/office/officeart/2008/layout/LinedList"/>
    <dgm:cxn modelId="{B2C8A4C5-ECD2-DB45-8A90-3686A325E2DA}" type="presOf" srcId="{059D2838-3505-D346-92BC-B26C5EC9EAA9}" destId="{92D4CD64-893E-1444-918D-EC70750F7C90}" srcOrd="0" destOrd="0" presId="urn:microsoft.com/office/officeart/2008/layout/LinedList"/>
    <dgm:cxn modelId="{CD2CBAC7-827E-D640-8932-4D9376AB7E77}" srcId="{35F15981-0283-45DF-9486-70D04BC4D444}" destId="{059D2838-3505-D346-92BC-B26C5EC9EAA9}" srcOrd="2" destOrd="0" parTransId="{6F0F05AF-637E-0448-8BBF-C73BF74DB533}" sibTransId="{B9122666-D7D0-EB49-A4FB-2FB0F9056068}"/>
    <dgm:cxn modelId="{1C09B5CD-E60D-6B4D-B872-988FD10DA3C6}" srcId="{35F15981-0283-45DF-9486-70D04BC4D444}" destId="{7F4A126A-F5BE-064C-9D75-E1326D0D54CC}" srcOrd="4" destOrd="0" parTransId="{39DBF2AE-F0E5-FC41-8B4A-D7FF8836A714}" sibTransId="{E72BFF79-EDE3-134F-9B05-D64D61301890}"/>
    <dgm:cxn modelId="{CC7BC8D5-8B29-3347-99A8-39718DDFFB4F}" type="presOf" srcId="{536F4E96-1F1D-4C82-8CBF-F17E28D41C71}" destId="{E53BF8B4-057E-4B4C-BF93-D1F62B53A447}" srcOrd="0" destOrd="0" presId="urn:microsoft.com/office/officeart/2008/layout/LinedList"/>
    <dgm:cxn modelId="{E8ED9D13-FB99-3A47-B7BD-EAF73342F8FA}" type="presParOf" srcId="{286FA07B-14BC-E14E-B90C-1A93B28CB633}" destId="{8F356D22-FE5C-5441-972A-460A7C2DB772}" srcOrd="0" destOrd="0" presId="urn:microsoft.com/office/officeart/2008/layout/LinedList"/>
    <dgm:cxn modelId="{9FDBF5C1-B9EC-EC44-9FDF-47FBD21A1159}" type="presParOf" srcId="{286FA07B-14BC-E14E-B90C-1A93B28CB633}" destId="{02AD7582-3709-D949-86AE-A1250C2B18AC}" srcOrd="1" destOrd="0" presId="urn:microsoft.com/office/officeart/2008/layout/LinedList"/>
    <dgm:cxn modelId="{02C01C3F-0529-CE42-A7D6-6F2AC0B71869}" type="presParOf" srcId="{02AD7582-3709-D949-86AE-A1250C2B18AC}" destId="{E683A709-1E9D-BA4A-A347-96B0D9C23640}" srcOrd="0" destOrd="0" presId="urn:microsoft.com/office/officeart/2008/layout/LinedList"/>
    <dgm:cxn modelId="{6C626566-89CC-7C45-B05B-31DDD76F32D2}" type="presParOf" srcId="{02AD7582-3709-D949-86AE-A1250C2B18AC}" destId="{4EEFD975-5AB8-5D43-B110-58941D868FB2}" srcOrd="1" destOrd="0" presId="urn:microsoft.com/office/officeart/2008/layout/LinedList"/>
    <dgm:cxn modelId="{E5DF2051-7937-8A4D-A733-449230F352C6}" type="presParOf" srcId="{286FA07B-14BC-E14E-B90C-1A93B28CB633}" destId="{A2E07465-6951-9941-AB22-8FEE1E96D9A7}" srcOrd="2" destOrd="0" presId="urn:microsoft.com/office/officeart/2008/layout/LinedList"/>
    <dgm:cxn modelId="{E1A108AC-B618-6E45-9C6A-39DC94C542F6}" type="presParOf" srcId="{286FA07B-14BC-E14E-B90C-1A93B28CB633}" destId="{51FB5C79-C9A1-EC4A-BEC1-A44B5C4BBAD3}" srcOrd="3" destOrd="0" presId="urn:microsoft.com/office/officeart/2008/layout/LinedList"/>
    <dgm:cxn modelId="{94219B63-9AC5-FD4C-A0D1-DF8E6CDEB01F}" type="presParOf" srcId="{51FB5C79-C9A1-EC4A-BEC1-A44B5C4BBAD3}" destId="{E53BF8B4-057E-4B4C-BF93-D1F62B53A447}" srcOrd="0" destOrd="0" presId="urn:microsoft.com/office/officeart/2008/layout/LinedList"/>
    <dgm:cxn modelId="{1852529E-B240-1149-8353-5B10B5B47FC1}" type="presParOf" srcId="{51FB5C79-C9A1-EC4A-BEC1-A44B5C4BBAD3}" destId="{9C412AB4-774D-C145-834E-E8DEE943E76C}" srcOrd="1" destOrd="0" presId="urn:microsoft.com/office/officeart/2008/layout/LinedList"/>
    <dgm:cxn modelId="{AE16CD0F-A3FD-0E4F-A5CB-DF2599CBD2D0}" type="presParOf" srcId="{286FA07B-14BC-E14E-B90C-1A93B28CB633}" destId="{583C9BF7-6525-154B-AEA1-7DAC93154E78}" srcOrd="4" destOrd="0" presId="urn:microsoft.com/office/officeart/2008/layout/LinedList"/>
    <dgm:cxn modelId="{5812EC36-13BC-1540-B904-D5DD2AC66AD5}" type="presParOf" srcId="{286FA07B-14BC-E14E-B90C-1A93B28CB633}" destId="{BB222669-2683-B84D-88E1-E1F2B511CCAA}" srcOrd="5" destOrd="0" presId="urn:microsoft.com/office/officeart/2008/layout/LinedList"/>
    <dgm:cxn modelId="{177E0425-2F71-B643-8CBA-EF9189D889FE}" type="presParOf" srcId="{BB222669-2683-B84D-88E1-E1F2B511CCAA}" destId="{92D4CD64-893E-1444-918D-EC70750F7C90}" srcOrd="0" destOrd="0" presId="urn:microsoft.com/office/officeart/2008/layout/LinedList"/>
    <dgm:cxn modelId="{1CA979AC-6959-C541-9607-F175C6BE8A2E}" type="presParOf" srcId="{BB222669-2683-B84D-88E1-E1F2B511CCAA}" destId="{8E6DB298-330C-C44A-A707-2063F5B8063F}" srcOrd="1" destOrd="0" presId="urn:microsoft.com/office/officeart/2008/layout/LinedList"/>
    <dgm:cxn modelId="{85F1019E-4772-454B-8574-5F75B1BC1D50}" type="presParOf" srcId="{286FA07B-14BC-E14E-B90C-1A93B28CB633}" destId="{2F4D61C1-EE37-144A-82D1-B4E23E39A5FA}" srcOrd="6" destOrd="0" presId="urn:microsoft.com/office/officeart/2008/layout/LinedList"/>
    <dgm:cxn modelId="{B3E1F2B6-1DBF-7C4F-A6D7-4406723DFB0C}" type="presParOf" srcId="{286FA07B-14BC-E14E-B90C-1A93B28CB633}" destId="{11942934-4F03-604C-9849-D343D87AE86C}" srcOrd="7" destOrd="0" presId="urn:microsoft.com/office/officeart/2008/layout/LinedList"/>
    <dgm:cxn modelId="{59E28289-86CF-194E-A3CE-6E21CB6856D5}" type="presParOf" srcId="{11942934-4F03-604C-9849-D343D87AE86C}" destId="{90054847-0F15-D748-99E4-CFCB2BA05758}" srcOrd="0" destOrd="0" presId="urn:microsoft.com/office/officeart/2008/layout/LinedList"/>
    <dgm:cxn modelId="{476B286B-F9DC-4F46-9CBF-19D94D27938B}" type="presParOf" srcId="{11942934-4F03-604C-9849-D343D87AE86C}" destId="{A3BDB3E3-A309-534C-B890-A0377A92C677}" srcOrd="1" destOrd="0" presId="urn:microsoft.com/office/officeart/2008/layout/LinedList"/>
    <dgm:cxn modelId="{598A5539-11DB-3046-934D-7E081B9A9E43}" type="presParOf" srcId="{286FA07B-14BC-E14E-B90C-1A93B28CB633}" destId="{7CB3BCE2-6289-CF44-B280-70CC5D53ABF3}" srcOrd="8" destOrd="0" presId="urn:microsoft.com/office/officeart/2008/layout/LinedList"/>
    <dgm:cxn modelId="{AF09AA91-5A9C-EB43-834E-F88BADC23484}" type="presParOf" srcId="{286FA07B-14BC-E14E-B90C-1A93B28CB633}" destId="{F85CB771-628C-724B-99D9-8DE11C230D2E}" srcOrd="9" destOrd="0" presId="urn:microsoft.com/office/officeart/2008/layout/LinedList"/>
    <dgm:cxn modelId="{9561A501-68AD-9744-9E01-C6C653498B46}" type="presParOf" srcId="{F85CB771-628C-724B-99D9-8DE11C230D2E}" destId="{4BF87F3E-3966-0F40-8BE7-4A6C2E2F7300}" srcOrd="0" destOrd="0" presId="urn:microsoft.com/office/officeart/2008/layout/LinedList"/>
    <dgm:cxn modelId="{D57123DF-DBE2-CB4A-B35F-A8A778F7A7BA}" type="presParOf" srcId="{F85CB771-628C-724B-99D9-8DE11C230D2E}" destId="{5CF98C22-749B-804C-8F3E-C3D6D8510E16}" srcOrd="1" destOrd="0" presId="urn:microsoft.com/office/officeart/2008/layout/LinedList"/>
    <dgm:cxn modelId="{B543BF42-5AB5-B04D-B086-93953140CD56}" type="presParOf" srcId="{286FA07B-14BC-E14E-B90C-1A93B28CB633}" destId="{AC2CC2C9-F5B3-9345-A08E-60DD1A240474}" srcOrd="10" destOrd="0" presId="urn:microsoft.com/office/officeart/2008/layout/LinedList"/>
    <dgm:cxn modelId="{2216BAFF-2AC6-D14E-8EDC-4D852D0C01CA}" type="presParOf" srcId="{286FA07B-14BC-E14E-B90C-1A93B28CB633}" destId="{48227477-5A1E-4742-916F-168E549439D2}" srcOrd="11" destOrd="0" presId="urn:microsoft.com/office/officeart/2008/layout/LinedList"/>
    <dgm:cxn modelId="{ED8B8501-16C8-EC40-A4FB-3DDBE9E81AFE}" type="presParOf" srcId="{48227477-5A1E-4742-916F-168E549439D2}" destId="{9B696330-EB83-AD49-B72E-1ED6F69C08DC}" srcOrd="0" destOrd="0" presId="urn:microsoft.com/office/officeart/2008/layout/LinedList"/>
    <dgm:cxn modelId="{EA180A88-4E8E-DF40-ABD6-AA4399474DC3}" type="presParOf" srcId="{48227477-5A1E-4742-916F-168E549439D2}" destId="{72A7E581-2D42-884B-B843-1F47C535E22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E9B2C3-3B00-4344-9801-1790032C51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48EA657-C532-4546-9308-70922B97D426}">
      <dgm:prSet/>
      <dgm:spPr/>
      <dgm:t>
        <a:bodyPr/>
        <a:lstStyle/>
        <a:p>
          <a:r>
            <a:rPr lang="en-US"/>
            <a:t>Middle Cerebral Artery Syndromes</a:t>
          </a:r>
        </a:p>
      </dgm:t>
    </dgm:pt>
    <dgm:pt modelId="{B32B12C6-23CA-6341-A6BF-669762CDA630}" type="parTrans" cxnId="{7E8D8B0C-BA1D-F644-9499-5D110F118486}">
      <dgm:prSet/>
      <dgm:spPr/>
      <dgm:t>
        <a:bodyPr/>
        <a:lstStyle/>
        <a:p>
          <a:endParaRPr lang="en-US"/>
        </a:p>
      </dgm:t>
    </dgm:pt>
    <dgm:pt modelId="{2E1EF0ED-FC06-B041-893F-D099B28B8F68}" type="sibTrans" cxnId="{7E8D8B0C-BA1D-F644-9499-5D110F118486}">
      <dgm:prSet/>
      <dgm:spPr/>
      <dgm:t>
        <a:bodyPr/>
        <a:lstStyle/>
        <a:p>
          <a:endParaRPr lang="en-US"/>
        </a:p>
      </dgm:t>
    </dgm:pt>
    <dgm:pt modelId="{DE82C495-0AFF-B649-B8CE-74C3F9933AA4}">
      <dgm:prSet/>
      <dgm:spPr/>
      <dgm:t>
        <a:bodyPr/>
        <a:lstStyle/>
        <a:p>
          <a:r>
            <a:rPr lang="en-US"/>
            <a:t>Proximal occlusion</a:t>
          </a:r>
        </a:p>
      </dgm:t>
    </dgm:pt>
    <dgm:pt modelId="{917950BB-2A11-294A-BA68-D33CB200E9CA}" type="parTrans" cxnId="{5F7AA0D9-CD0C-6C4E-9D4B-A15A6D16475B}">
      <dgm:prSet/>
      <dgm:spPr/>
      <dgm:t>
        <a:bodyPr/>
        <a:lstStyle/>
        <a:p>
          <a:endParaRPr lang="en-US"/>
        </a:p>
      </dgm:t>
    </dgm:pt>
    <dgm:pt modelId="{B74274EE-91BE-C949-B2F8-762B4B3BB918}" type="sibTrans" cxnId="{5F7AA0D9-CD0C-6C4E-9D4B-A15A6D16475B}">
      <dgm:prSet/>
      <dgm:spPr/>
      <dgm:t>
        <a:bodyPr/>
        <a:lstStyle/>
        <a:p>
          <a:endParaRPr lang="en-US"/>
        </a:p>
      </dgm:t>
    </dgm:pt>
    <dgm:pt modelId="{42EA6AC4-2050-CF49-80C9-8F894023C05B}">
      <dgm:prSet/>
      <dgm:spPr/>
      <dgm:t>
        <a:bodyPr/>
        <a:lstStyle/>
        <a:p>
          <a:r>
            <a:rPr lang="en-US"/>
            <a:t>Distal M1</a:t>
          </a:r>
        </a:p>
      </dgm:t>
    </dgm:pt>
    <dgm:pt modelId="{99DA8E1F-190A-5C4A-A9BE-821A2D556D78}" type="parTrans" cxnId="{8990155E-3ECD-FD4E-9EFC-DE93B2529049}">
      <dgm:prSet/>
      <dgm:spPr/>
      <dgm:t>
        <a:bodyPr/>
        <a:lstStyle/>
        <a:p>
          <a:endParaRPr lang="en-US"/>
        </a:p>
      </dgm:t>
    </dgm:pt>
    <dgm:pt modelId="{58163247-5ABB-AE4D-BA85-A1663511261D}" type="sibTrans" cxnId="{8990155E-3ECD-FD4E-9EFC-DE93B2529049}">
      <dgm:prSet/>
      <dgm:spPr/>
      <dgm:t>
        <a:bodyPr/>
        <a:lstStyle/>
        <a:p>
          <a:endParaRPr lang="en-US"/>
        </a:p>
      </dgm:t>
    </dgm:pt>
    <dgm:pt modelId="{8D08024A-71DB-C442-AD0B-E79C9DEDA2BB}">
      <dgm:prSet/>
      <dgm:spPr/>
      <dgm:t>
        <a:bodyPr/>
        <a:lstStyle/>
        <a:p>
          <a:r>
            <a:rPr lang="en-US"/>
            <a:t>Superior M2</a:t>
          </a:r>
        </a:p>
      </dgm:t>
    </dgm:pt>
    <dgm:pt modelId="{EDA5FBF4-D6A3-FE42-B741-F3ED5DDF4C77}" type="parTrans" cxnId="{CC54148E-1921-134D-8808-732F35C64D92}">
      <dgm:prSet/>
      <dgm:spPr/>
      <dgm:t>
        <a:bodyPr/>
        <a:lstStyle/>
        <a:p>
          <a:endParaRPr lang="en-US"/>
        </a:p>
      </dgm:t>
    </dgm:pt>
    <dgm:pt modelId="{AFC09D08-C800-8847-9D2F-B012EC146960}" type="sibTrans" cxnId="{CC54148E-1921-134D-8808-732F35C64D92}">
      <dgm:prSet/>
      <dgm:spPr/>
      <dgm:t>
        <a:bodyPr/>
        <a:lstStyle/>
        <a:p>
          <a:endParaRPr lang="en-US"/>
        </a:p>
      </dgm:t>
    </dgm:pt>
    <dgm:pt modelId="{6C19CAB8-BE5A-0240-8954-5FA28EFE25E7}">
      <dgm:prSet/>
      <dgm:spPr/>
      <dgm:t>
        <a:bodyPr/>
        <a:lstStyle/>
        <a:p>
          <a:r>
            <a:rPr lang="en-US"/>
            <a:t>Inferior M2</a:t>
          </a:r>
        </a:p>
      </dgm:t>
    </dgm:pt>
    <dgm:pt modelId="{5F40FE1F-89B7-9A48-90BB-067A37B55F06}" type="parTrans" cxnId="{CC9FAE2E-0422-224D-950D-F5EB8463FEC1}">
      <dgm:prSet/>
      <dgm:spPr/>
      <dgm:t>
        <a:bodyPr/>
        <a:lstStyle/>
        <a:p>
          <a:endParaRPr lang="en-US"/>
        </a:p>
      </dgm:t>
    </dgm:pt>
    <dgm:pt modelId="{625C8347-3991-1D4D-8B56-8AB4271D2749}" type="sibTrans" cxnId="{CC9FAE2E-0422-224D-950D-F5EB8463FEC1}">
      <dgm:prSet/>
      <dgm:spPr/>
      <dgm:t>
        <a:bodyPr/>
        <a:lstStyle/>
        <a:p>
          <a:endParaRPr lang="en-US"/>
        </a:p>
      </dgm:t>
    </dgm:pt>
    <dgm:pt modelId="{9EE2E18A-BB3F-E04D-8F7C-049A20ABAD69}">
      <dgm:prSet/>
      <dgm:spPr/>
      <dgm:t>
        <a:bodyPr/>
        <a:lstStyle/>
        <a:p>
          <a:r>
            <a:rPr lang="en-US"/>
            <a:t>Anterior Cerebral Artery Syndrome</a:t>
          </a:r>
        </a:p>
      </dgm:t>
    </dgm:pt>
    <dgm:pt modelId="{37858B37-F6A1-C840-ADC6-B415851DD046}" type="parTrans" cxnId="{3B61E97C-EB54-B845-89AD-20D251F0660D}">
      <dgm:prSet/>
      <dgm:spPr/>
      <dgm:t>
        <a:bodyPr/>
        <a:lstStyle/>
        <a:p>
          <a:endParaRPr lang="en-US"/>
        </a:p>
      </dgm:t>
    </dgm:pt>
    <dgm:pt modelId="{74C660D1-D404-EC41-A244-069C9DCB6FF1}" type="sibTrans" cxnId="{3B61E97C-EB54-B845-89AD-20D251F0660D}">
      <dgm:prSet/>
      <dgm:spPr/>
      <dgm:t>
        <a:bodyPr/>
        <a:lstStyle/>
        <a:p>
          <a:endParaRPr lang="en-US"/>
        </a:p>
      </dgm:t>
    </dgm:pt>
    <dgm:pt modelId="{73A18DA7-1E98-FD4A-8CF0-14F286A1A645}" type="pres">
      <dgm:prSet presAssocID="{33E9B2C3-3B00-4344-9801-1790032C510A}" presName="linear" presStyleCnt="0">
        <dgm:presLayoutVars>
          <dgm:animLvl val="lvl"/>
          <dgm:resizeHandles val="exact"/>
        </dgm:presLayoutVars>
      </dgm:prSet>
      <dgm:spPr/>
    </dgm:pt>
    <dgm:pt modelId="{1C262841-4432-EB48-9324-300751EA8450}" type="pres">
      <dgm:prSet presAssocID="{A48EA657-C532-4546-9308-70922B97D42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3999835-6A71-1346-BAF8-249325651560}" type="pres">
      <dgm:prSet presAssocID="{A48EA657-C532-4546-9308-70922B97D426}" presName="childText" presStyleLbl="revTx" presStyleIdx="0" presStyleCnt="1">
        <dgm:presLayoutVars>
          <dgm:bulletEnabled val="1"/>
        </dgm:presLayoutVars>
      </dgm:prSet>
      <dgm:spPr/>
    </dgm:pt>
    <dgm:pt modelId="{BB588B4F-3CAC-1F48-9029-6CABA057CAE8}" type="pres">
      <dgm:prSet presAssocID="{9EE2E18A-BB3F-E04D-8F7C-049A20ABAD6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1E63105-BD9E-D345-8446-287D845D02B3}" type="presOf" srcId="{6C19CAB8-BE5A-0240-8954-5FA28EFE25E7}" destId="{A3999835-6A71-1346-BAF8-249325651560}" srcOrd="0" destOrd="3" presId="urn:microsoft.com/office/officeart/2005/8/layout/vList2"/>
    <dgm:cxn modelId="{A9B01106-11D7-4048-B8AB-A66C3D218B2C}" type="presOf" srcId="{DE82C495-0AFF-B649-B8CE-74C3F9933AA4}" destId="{A3999835-6A71-1346-BAF8-249325651560}" srcOrd="0" destOrd="0" presId="urn:microsoft.com/office/officeart/2005/8/layout/vList2"/>
    <dgm:cxn modelId="{A721EE0B-D2FE-774F-8000-02AA4F5B7F01}" type="presOf" srcId="{8D08024A-71DB-C442-AD0B-E79C9DEDA2BB}" destId="{A3999835-6A71-1346-BAF8-249325651560}" srcOrd="0" destOrd="2" presId="urn:microsoft.com/office/officeart/2005/8/layout/vList2"/>
    <dgm:cxn modelId="{7E8D8B0C-BA1D-F644-9499-5D110F118486}" srcId="{33E9B2C3-3B00-4344-9801-1790032C510A}" destId="{A48EA657-C532-4546-9308-70922B97D426}" srcOrd="0" destOrd="0" parTransId="{B32B12C6-23CA-6341-A6BF-669762CDA630}" sibTransId="{2E1EF0ED-FC06-B041-893F-D099B28B8F68}"/>
    <dgm:cxn modelId="{593F6312-CE0C-7243-9C98-D094781DDAB9}" type="presOf" srcId="{9EE2E18A-BB3F-E04D-8F7C-049A20ABAD69}" destId="{BB588B4F-3CAC-1F48-9029-6CABA057CAE8}" srcOrd="0" destOrd="0" presId="urn:microsoft.com/office/officeart/2005/8/layout/vList2"/>
    <dgm:cxn modelId="{CC9FAE2E-0422-224D-950D-F5EB8463FEC1}" srcId="{A48EA657-C532-4546-9308-70922B97D426}" destId="{6C19CAB8-BE5A-0240-8954-5FA28EFE25E7}" srcOrd="3" destOrd="0" parTransId="{5F40FE1F-89B7-9A48-90BB-067A37B55F06}" sibTransId="{625C8347-3991-1D4D-8B56-8AB4271D2749}"/>
    <dgm:cxn modelId="{8990155E-3ECD-FD4E-9EFC-DE93B2529049}" srcId="{A48EA657-C532-4546-9308-70922B97D426}" destId="{42EA6AC4-2050-CF49-80C9-8F894023C05B}" srcOrd="1" destOrd="0" parTransId="{99DA8E1F-190A-5C4A-A9BE-821A2D556D78}" sibTransId="{58163247-5ABB-AE4D-BA85-A1663511261D}"/>
    <dgm:cxn modelId="{03A1DD6A-A734-2449-825C-679DA44089D2}" type="presOf" srcId="{42EA6AC4-2050-CF49-80C9-8F894023C05B}" destId="{A3999835-6A71-1346-BAF8-249325651560}" srcOrd="0" destOrd="1" presId="urn:microsoft.com/office/officeart/2005/8/layout/vList2"/>
    <dgm:cxn modelId="{3B61E97C-EB54-B845-89AD-20D251F0660D}" srcId="{33E9B2C3-3B00-4344-9801-1790032C510A}" destId="{9EE2E18A-BB3F-E04D-8F7C-049A20ABAD69}" srcOrd="1" destOrd="0" parTransId="{37858B37-F6A1-C840-ADC6-B415851DD046}" sibTransId="{74C660D1-D404-EC41-A244-069C9DCB6FF1}"/>
    <dgm:cxn modelId="{CC54148E-1921-134D-8808-732F35C64D92}" srcId="{A48EA657-C532-4546-9308-70922B97D426}" destId="{8D08024A-71DB-C442-AD0B-E79C9DEDA2BB}" srcOrd="2" destOrd="0" parTransId="{EDA5FBF4-D6A3-FE42-B741-F3ED5DDF4C77}" sibTransId="{AFC09D08-C800-8847-9D2F-B012EC146960}"/>
    <dgm:cxn modelId="{E3426897-E0CE-8C40-B73F-582DFE32444E}" type="presOf" srcId="{33E9B2C3-3B00-4344-9801-1790032C510A}" destId="{73A18DA7-1E98-FD4A-8CF0-14F286A1A645}" srcOrd="0" destOrd="0" presId="urn:microsoft.com/office/officeart/2005/8/layout/vList2"/>
    <dgm:cxn modelId="{87F9EFCA-0B24-EE4F-88A1-02C0242809B4}" type="presOf" srcId="{A48EA657-C532-4546-9308-70922B97D426}" destId="{1C262841-4432-EB48-9324-300751EA8450}" srcOrd="0" destOrd="0" presId="urn:microsoft.com/office/officeart/2005/8/layout/vList2"/>
    <dgm:cxn modelId="{5F7AA0D9-CD0C-6C4E-9D4B-A15A6D16475B}" srcId="{A48EA657-C532-4546-9308-70922B97D426}" destId="{DE82C495-0AFF-B649-B8CE-74C3F9933AA4}" srcOrd="0" destOrd="0" parTransId="{917950BB-2A11-294A-BA68-D33CB200E9CA}" sibTransId="{B74274EE-91BE-C949-B2F8-762B4B3BB918}"/>
    <dgm:cxn modelId="{851BBA06-FBD1-E84B-8EAE-DC8B4F3FB86F}" type="presParOf" srcId="{73A18DA7-1E98-FD4A-8CF0-14F286A1A645}" destId="{1C262841-4432-EB48-9324-300751EA8450}" srcOrd="0" destOrd="0" presId="urn:microsoft.com/office/officeart/2005/8/layout/vList2"/>
    <dgm:cxn modelId="{F832826D-7746-3841-BE05-1775F1D0BCB7}" type="presParOf" srcId="{73A18DA7-1E98-FD4A-8CF0-14F286A1A645}" destId="{A3999835-6A71-1346-BAF8-249325651560}" srcOrd="1" destOrd="0" presId="urn:microsoft.com/office/officeart/2005/8/layout/vList2"/>
    <dgm:cxn modelId="{03C3E537-C56D-C74E-9860-5C12E0CF23FF}" type="presParOf" srcId="{73A18DA7-1E98-FD4A-8CF0-14F286A1A645}" destId="{BB588B4F-3CAC-1F48-9029-6CABA057CAE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E9B2C3-3B00-4344-9801-1790032C51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8EA657-C532-4546-9308-70922B97D426}">
      <dgm:prSet/>
      <dgm:spPr/>
      <dgm:t>
        <a:bodyPr/>
        <a:lstStyle/>
        <a:p>
          <a:r>
            <a:rPr lang="en-US" dirty="0"/>
            <a:t>Pure Motor Stroke</a:t>
          </a:r>
        </a:p>
      </dgm:t>
    </dgm:pt>
    <dgm:pt modelId="{B32B12C6-23CA-6341-A6BF-669762CDA630}" type="parTrans" cxnId="{7E8D8B0C-BA1D-F644-9499-5D110F118486}">
      <dgm:prSet/>
      <dgm:spPr/>
      <dgm:t>
        <a:bodyPr/>
        <a:lstStyle/>
        <a:p>
          <a:endParaRPr lang="en-US"/>
        </a:p>
      </dgm:t>
    </dgm:pt>
    <dgm:pt modelId="{2E1EF0ED-FC06-B041-893F-D099B28B8F68}" type="sibTrans" cxnId="{7E8D8B0C-BA1D-F644-9499-5D110F118486}">
      <dgm:prSet/>
      <dgm:spPr/>
      <dgm:t>
        <a:bodyPr/>
        <a:lstStyle/>
        <a:p>
          <a:endParaRPr lang="en-US"/>
        </a:p>
      </dgm:t>
    </dgm:pt>
    <dgm:pt modelId="{CA0A27C5-04BD-B94E-B4BD-E6AEFDFFCCAC}">
      <dgm:prSet/>
      <dgm:spPr/>
      <dgm:t>
        <a:bodyPr/>
        <a:lstStyle/>
        <a:p>
          <a:r>
            <a:rPr lang="en-US" dirty="0"/>
            <a:t>Pure Sensory Stroke</a:t>
          </a:r>
        </a:p>
      </dgm:t>
    </dgm:pt>
    <dgm:pt modelId="{381D1930-B063-554F-B01F-CFB9708BCC3B}" type="parTrans" cxnId="{B77B2E3D-569C-0A4F-8419-32E98AB34251}">
      <dgm:prSet/>
      <dgm:spPr/>
    </dgm:pt>
    <dgm:pt modelId="{17BE1370-DBFC-9249-95D7-A26E138FBDA5}" type="sibTrans" cxnId="{B77B2E3D-569C-0A4F-8419-32E98AB34251}">
      <dgm:prSet/>
      <dgm:spPr/>
    </dgm:pt>
    <dgm:pt modelId="{3AE7F127-89CA-8B49-B4B8-74236B5712A8}">
      <dgm:prSet/>
      <dgm:spPr/>
      <dgm:t>
        <a:bodyPr/>
        <a:lstStyle/>
        <a:p>
          <a:r>
            <a:rPr lang="en-US" dirty="0"/>
            <a:t>Mixed Sensorimotor Stroke</a:t>
          </a:r>
        </a:p>
      </dgm:t>
    </dgm:pt>
    <dgm:pt modelId="{B3656492-8B41-D445-8B84-95AFC24DBDEA}" type="parTrans" cxnId="{A7F3371F-D2A9-884B-8B29-31C905AB2F09}">
      <dgm:prSet/>
      <dgm:spPr/>
    </dgm:pt>
    <dgm:pt modelId="{AC376547-9D8E-F048-AD05-156A90AB8412}" type="sibTrans" cxnId="{A7F3371F-D2A9-884B-8B29-31C905AB2F09}">
      <dgm:prSet/>
      <dgm:spPr/>
    </dgm:pt>
    <dgm:pt modelId="{6E064A92-3F52-5940-A013-60D7497E569A}">
      <dgm:prSet/>
      <dgm:spPr/>
      <dgm:t>
        <a:bodyPr/>
        <a:lstStyle/>
        <a:p>
          <a:r>
            <a:rPr lang="en-US" dirty="0"/>
            <a:t>Dysarthria-clumsy Hand Syndrome</a:t>
          </a:r>
        </a:p>
      </dgm:t>
    </dgm:pt>
    <dgm:pt modelId="{347EDC1A-61A9-E846-9D3F-05D1255EC98E}" type="parTrans" cxnId="{4B001404-FFD3-F74D-A65B-E58F4EB6E014}">
      <dgm:prSet/>
      <dgm:spPr/>
    </dgm:pt>
    <dgm:pt modelId="{361FEE0F-8072-044C-B0BD-652F302E5B85}" type="sibTrans" cxnId="{4B001404-FFD3-F74D-A65B-E58F4EB6E014}">
      <dgm:prSet/>
      <dgm:spPr/>
    </dgm:pt>
    <dgm:pt modelId="{9D970EF3-6B00-424F-80B5-70B56CBF2FC9}">
      <dgm:prSet/>
      <dgm:spPr/>
      <dgm:t>
        <a:bodyPr/>
        <a:lstStyle/>
        <a:p>
          <a:r>
            <a:rPr lang="en-US" dirty="0"/>
            <a:t>Ataxic Hemiparesis</a:t>
          </a:r>
        </a:p>
      </dgm:t>
    </dgm:pt>
    <dgm:pt modelId="{9A140F53-D05F-D84F-AA58-3AB27716CC68}" type="parTrans" cxnId="{B70040A5-1123-9145-B8D8-FF2B2A308560}">
      <dgm:prSet/>
      <dgm:spPr/>
    </dgm:pt>
    <dgm:pt modelId="{27918658-697D-5640-83E6-B4BB2E2EDC97}" type="sibTrans" cxnId="{B70040A5-1123-9145-B8D8-FF2B2A308560}">
      <dgm:prSet/>
      <dgm:spPr/>
    </dgm:pt>
    <dgm:pt modelId="{73A18DA7-1E98-FD4A-8CF0-14F286A1A645}" type="pres">
      <dgm:prSet presAssocID="{33E9B2C3-3B00-4344-9801-1790032C510A}" presName="linear" presStyleCnt="0">
        <dgm:presLayoutVars>
          <dgm:animLvl val="lvl"/>
          <dgm:resizeHandles val="exact"/>
        </dgm:presLayoutVars>
      </dgm:prSet>
      <dgm:spPr/>
    </dgm:pt>
    <dgm:pt modelId="{1C262841-4432-EB48-9324-300751EA8450}" type="pres">
      <dgm:prSet presAssocID="{A48EA657-C532-4546-9308-70922B97D42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ED83069-BDBB-B842-BAB5-C1C92F97FB2E}" type="pres">
      <dgm:prSet presAssocID="{2E1EF0ED-FC06-B041-893F-D099B28B8F68}" presName="spacer" presStyleCnt="0"/>
      <dgm:spPr/>
    </dgm:pt>
    <dgm:pt modelId="{90016198-4421-EB41-B653-A62FAD7DB602}" type="pres">
      <dgm:prSet presAssocID="{CA0A27C5-04BD-B94E-B4BD-E6AEFDFFCCA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89BECF5-F6C7-0A46-B3C1-905944698B58}" type="pres">
      <dgm:prSet presAssocID="{17BE1370-DBFC-9249-95D7-A26E138FBDA5}" presName="spacer" presStyleCnt="0"/>
      <dgm:spPr/>
    </dgm:pt>
    <dgm:pt modelId="{FC88FA53-5BC7-7549-A9F5-F3657367D7A2}" type="pres">
      <dgm:prSet presAssocID="{3AE7F127-89CA-8B49-B4B8-74236B5712A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A3317F6-3C80-2B45-B2F2-90CAE9EF5749}" type="pres">
      <dgm:prSet presAssocID="{AC376547-9D8E-F048-AD05-156A90AB8412}" presName="spacer" presStyleCnt="0"/>
      <dgm:spPr/>
    </dgm:pt>
    <dgm:pt modelId="{4A807D73-BBA8-2441-9EB3-6703C7F1AC41}" type="pres">
      <dgm:prSet presAssocID="{6E064A92-3F52-5940-A013-60D7497E569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B915D9D-99AF-A548-B2BA-5B73336BAA96}" type="pres">
      <dgm:prSet presAssocID="{361FEE0F-8072-044C-B0BD-652F302E5B85}" presName="spacer" presStyleCnt="0"/>
      <dgm:spPr/>
    </dgm:pt>
    <dgm:pt modelId="{51DBDCC3-D515-D94E-8858-EE842B2EE25A}" type="pres">
      <dgm:prSet presAssocID="{9D970EF3-6B00-424F-80B5-70B56CBF2FC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01E7C00-CBCA-794C-91B6-ADAA1CA8D45D}" type="presOf" srcId="{6E064A92-3F52-5940-A013-60D7497E569A}" destId="{4A807D73-BBA8-2441-9EB3-6703C7F1AC41}" srcOrd="0" destOrd="0" presId="urn:microsoft.com/office/officeart/2005/8/layout/vList2"/>
    <dgm:cxn modelId="{4B001404-FFD3-F74D-A65B-E58F4EB6E014}" srcId="{33E9B2C3-3B00-4344-9801-1790032C510A}" destId="{6E064A92-3F52-5940-A013-60D7497E569A}" srcOrd="3" destOrd="0" parTransId="{347EDC1A-61A9-E846-9D3F-05D1255EC98E}" sibTransId="{361FEE0F-8072-044C-B0BD-652F302E5B85}"/>
    <dgm:cxn modelId="{7E8D8B0C-BA1D-F644-9499-5D110F118486}" srcId="{33E9B2C3-3B00-4344-9801-1790032C510A}" destId="{A48EA657-C532-4546-9308-70922B97D426}" srcOrd="0" destOrd="0" parTransId="{B32B12C6-23CA-6341-A6BF-669762CDA630}" sibTransId="{2E1EF0ED-FC06-B041-893F-D099B28B8F68}"/>
    <dgm:cxn modelId="{181D4D1E-AF75-9349-8CF2-A4647DD13F96}" type="presOf" srcId="{9D970EF3-6B00-424F-80B5-70B56CBF2FC9}" destId="{51DBDCC3-D515-D94E-8858-EE842B2EE25A}" srcOrd="0" destOrd="0" presId="urn:microsoft.com/office/officeart/2005/8/layout/vList2"/>
    <dgm:cxn modelId="{A7F3371F-D2A9-884B-8B29-31C905AB2F09}" srcId="{33E9B2C3-3B00-4344-9801-1790032C510A}" destId="{3AE7F127-89CA-8B49-B4B8-74236B5712A8}" srcOrd="2" destOrd="0" parTransId="{B3656492-8B41-D445-8B84-95AFC24DBDEA}" sibTransId="{AC376547-9D8E-F048-AD05-156A90AB8412}"/>
    <dgm:cxn modelId="{5E2EB522-1798-3344-BA2B-DA5A2BB3A2BE}" type="presOf" srcId="{CA0A27C5-04BD-B94E-B4BD-E6AEFDFFCCAC}" destId="{90016198-4421-EB41-B653-A62FAD7DB602}" srcOrd="0" destOrd="0" presId="urn:microsoft.com/office/officeart/2005/8/layout/vList2"/>
    <dgm:cxn modelId="{B77B2E3D-569C-0A4F-8419-32E98AB34251}" srcId="{33E9B2C3-3B00-4344-9801-1790032C510A}" destId="{CA0A27C5-04BD-B94E-B4BD-E6AEFDFFCCAC}" srcOrd="1" destOrd="0" parTransId="{381D1930-B063-554F-B01F-CFB9708BCC3B}" sibTransId="{17BE1370-DBFC-9249-95D7-A26E138FBDA5}"/>
    <dgm:cxn modelId="{A69C1482-0BB2-E04C-896D-5E8589532F09}" type="presOf" srcId="{3AE7F127-89CA-8B49-B4B8-74236B5712A8}" destId="{FC88FA53-5BC7-7549-A9F5-F3657367D7A2}" srcOrd="0" destOrd="0" presId="urn:microsoft.com/office/officeart/2005/8/layout/vList2"/>
    <dgm:cxn modelId="{E3426897-E0CE-8C40-B73F-582DFE32444E}" type="presOf" srcId="{33E9B2C3-3B00-4344-9801-1790032C510A}" destId="{73A18DA7-1E98-FD4A-8CF0-14F286A1A645}" srcOrd="0" destOrd="0" presId="urn:microsoft.com/office/officeart/2005/8/layout/vList2"/>
    <dgm:cxn modelId="{B70040A5-1123-9145-B8D8-FF2B2A308560}" srcId="{33E9B2C3-3B00-4344-9801-1790032C510A}" destId="{9D970EF3-6B00-424F-80B5-70B56CBF2FC9}" srcOrd="4" destOrd="0" parTransId="{9A140F53-D05F-D84F-AA58-3AB27716CC68}" sibTransId="{27918658-697D-5640-83E6-B4BB2E2EDC97}"/>
    <dgm:cxn modelId="{87F9EFCA-0B24-EE4F-88A1-02C0242809B4}" type="presOf" srcId="{A48EA657-C532-4546-9308-70922B97D426}" destId="{1C262841-4432-EB48-9324-300751EA8450}" srcOrd="0" destOrd="0" presId="urn:microsoft.com/office/officeart/2005/8/layout/vList2"/>
    <dgm:cxn modelId="{851BBA06-FBD1-E84B-8EAE-DC8B4F3FB86F}" type="presParOf" srcId="{73A18DA7-1E98-FD4A-8CF0-14F286A1A645}" destId="{1C262841-4432-EB48-9324-300751EA8450}" srcOrd="0" destOrd="0" presId="urn:microsoft.com/office/officeart/2005/8/layout/vList2"/>
    <dgm:cxn modelId="{C08CC659-CB14-ED43-8228-B73B56DB1102}" type="presParOf" srcId="{73A18DA7-1E98-FD4A-8CF0-14F286A1A645}" destId="{AED83069-BDBB-B842-BAB5-C1C92F97FB2E}" srcOrd="1" destOrd="0" presId="urn:microsoft.com/office/officeart/2005/8/layout/vList2"/>
    <dgm:cxn modelId="{A3D023C9-571E-F545-BAD4-93EB91C7B4AB}" type="presParOf" srcId="{73A18DA7-1E98-FD4A-8CF0-14F286A1A645}" destId="{90016198-4421-EB41-B653-A62FAD7DB602}" srcOrd="2" destOrd="0" presId="urn:microsoft.com/office/officeart/2005/8/layout/vList2"/>
    <dgm:cxn modelId="{998F8FB0-044F-E74E-B9BD-E211C54941E7}" type="presParOf" srcId="{73A18DA7-1E98-FD4A-8CF0-14F286A1A645}" destId="{E89BECF5-F6C7-0A46-B3C1-905944698B58}" srcOrd="3" destOrd="0" presId="urn:microsoft.com/office/officeart/2005/8/layout/vList2"/>
    <dgm:cxn modelId="{2B251D85-E86C-3F49-B603-8F6F7D0611D9}" type="presParOf" srcId="{73A18DA7-1E98-FD4A-8CF0-14F286A1A645}" destId="{FC88FA53-5BC7-7549-A9F5-F3657367D7A2}" srcOrd="4" destOrd="0" presId="urn:microsoft.com/office/officeart/2005/8/layout/vList2"/>
    <dgm:cxn modelId="{6DC190F1-9B4B-9D4F-B8AF-D881CDB03AFD}" type="presParOf" srcId="{73A18DA7-1E98-FD4A-8CF0-14F286A1A645}" destId="{8A3317F6-3C80-2B45-B2F2-90CAE9EF5749}" srcOrd="5" destOrd="0" presId="urn:microsoft.com/office/officeart/2005/8/layout/vList2"/>
    <dgm:cxn modelId="{85C693C9-1A12-F643-85F2-C1C4269AF34C}" type="presParOf" srcId="{73A18DA7-1E98-FD4A-8CF0-14F286A1A645}" destId="{4A807D73-BBA8-2441-9EB3-6703C7F1AC41}" srcOrd="6" destOrd="0" presId="urn:microsoft.com/office/officeart/2005/8/layout/vList2"/>
    <dgm:cxn modelId="{75B753AD-E1C1-394F-8EE8-CC23805F8DB3}" type="presParOf" srcId="{73A18DA7-1E98-FD4A-8CF0-14F286A1A645}" destId="{5B915D9D-99AF-A548-B2BA-5B73336BAA96}" srcOrd="7" destOrd="0" presId="urn:microsoft.com/office/officeart/2005/8/layout/vList2"/>
    <dgm:cxn modelId="{D8C3C984-8464-2B49-BFA6-F5069C72752C}" type="presParOf" srcId="{73A18DA7-1E98-FD4A-8CF0-14F286A1A645}" destId="{51DBDCC3-D515-D94E-8858-EE842B2EE25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E9B2C3-3B00-4344-9801-1790032C51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8EA657-C532-4546-9308-70922B97D426}">
      <dgm:prSet/>
      <dgm:spPr/>
      <dgm:t>
        <a:bodyPr/>
        <a:lstStyle/>
        <a:p>
          <a:r>
            <a:rPr lang="en-US" dirty="0"/>
            <a:t>PCA syndrome</a:t>
          </a:r>
        </a:p>
      </dgm:t>
    </dgm:pt>
    <dgm:pt modelId="{B32B12C6-23CA-6341-A6BF-669762CDA630}" type="parTrans" cxnId="{7E8D8B0C-BA1D-F644-9499-5D110F118486}">
      <dgm:prSet/>
      <dgm:spPr/>
      <dgm:t>
        <a:bodyPr/>
        <a:lstStyle/>
        <a:p>
          <a:endParaRPr lang="en-US"/>
        </a:p>
      </dgm:t>
    </dgm:pt>
    <dgm:pt modelId="{2E1EF0ED-FC06-B041-893F-D099B28B8F68}" type="sibTrans" cxnId="{7E8D8B0C-BA1D-F644-9499-5D110F118486}">
      <dgm:prSet/>
      <dgm:spPr/>
      <dgm:t>
        <a:bodyPr/>
        <a:lstStyle/>
        <a:p>
          <a:endParaRPr lang="en-US"/>
        </a:p>
      </dgm:t>
    </dgm:pt>
    <dgm:pt modelId="{CA0A27C5-04BD-B94E-B4BD-E6AEFDFFCCAC}">
      <dgm:prSet/>
      <dgm:spPr/>
      <dgm:t>
        <a:bodyPr/>
        <a:lstStyle/>
        <a:p>
          <a:r>
            <a:rPr lang="en-US" dirty="0"/>
            <a:t>Basilar Occlusion</a:t>
          </a:r>
        </a:p>
      </dgm:t>
    </dgm:pt>
    <dgm:pt modelId="{381D1930-B063-554F-B01F-CFB9708BCC3B}" type="parTrans" cxnId="{B77B2E3D-569C-0A4F-8419-32E98AB34251}">
      <dgm:prSet/>
      <dgm:spPr/>
      <dgm:t>
        <a:bodyPr/>
        <a:lstStyle/>
        <a:p>
          <a:endParaRPr lang="en-US"/>
        </a:p>
      </dgm:t>
    </dgm:pt>
    <dgm:pt modelId="{17BE1370-DBFC-9249-95D7-A26E138FBDA5}" type="sibTrans" cxnId="{B77B2E3D-569C-0A4F-8419-32E98AB34251}">
      <dgm:prSet/>
      <dgm:spPr/>
      <dgm:t>
        <a:bodyPr/>
        <a:lstStyle/>
        <a:p>
          <a:endParaRPr lang="en-US"/>
        </a:p>
      </dgm:t>
    </dgm:pt>
    <dgm:pt modelId="{3AE7F127-89CA-8B49-B4B8-74236B5712A8}">
      <dgm:prSet/>
      <dgm:spPr/>
      <dgm:t>
        <a:bodyPr/>
        <a:lstStyle/>
        <a:p>
          <a:r>
            <a:rPr lang="en-US" dirty="0"/>
            <a:t>Brainstem stroke syndromes</a:t>
          </a:r>
        </a:p>
      </dgm:t>
    </dgm:pt>
    <dgm:pt modelId="{B3656492-8B41-D445-8B84-95AFC24DBDEA}" type="parTrans" cxnId="{A7F3371F-D2A9-884B-8B29-31C905AB2F09}">
      <dgm:prSet/>
      <dgm:spPr/>
      <dgm:t>
        <a:bodyPr/>
        <a:lstStyle/>
        <a:p>
          <a:endParaRPr lang="en-US"/>
        </a:p>
      </dgm:t>
    </dgm:pt>
    <dgm:pt modelId="{AC376547-9D8E-F048-AD05-156A90AB8412}" type="sibTrans" cxnId="{A7F3371F-D2A9-884B-8B29-31C905AB2F09}">
      <dgm:prSet/>
      <dgm:spPr/>
      <dgm:t>
        <a:bodyPr/>
        <a:lstStyle/>
        <a:p>
          <a:endParaRPr lang="en-US"/>
        </a:p>
      </dgm:t>
    </dgm:pt>
    <dgm:pt modelId="{26BE7B9D-8E71-5445-A883-778CCB7A0779}">
      <dgm:prSet/>
      <dgm:spPr/>
      <dgm:t>
        <a:bodyPr/>
        <a:lstStyle/>
        <a:p>
          <a:r>
            <a:rPr lang="en-US" dirty="0"/>
            <a:t>Rule of 4s</a:t>
          </a:r>
        </a:p>
      </dgm:t>
    </dgm:pt>
    <dgm:pt modelId="{D3B1C971-DE5E-D343-B081-EEC27743D61A}" type="parTrans" cxnId="{8EF30879-4741-2D4D-A38C-B51BC5A90576}">
      <dgm:prSet/>
      <dgm:spPr/>
      <dgm:t>
        <a:bodyPr/>
        <a:lstStyle/>
        <a:p>
          <a:endParaRPr lang="en-US"/>
        </a:p>
      </dgm:t>
    </dgm:pt>
    <dgm:pt modelId="{925C5914-FEA3-3D43-BE13-1DEC977B3DE1}" type="sibTrans" cxnId="{8EF30879-4741-2D4D-A38C-B51BC5A90576}">
      <dgm:prSet/>
      <dgm:spPr/>
      <dgm:t>
        <a:bodyPr/>
        <a:lstStyle/>
        <a:p>
          <a:endParaRPr lang="en-US"/>
        </a:p>
      </dgm:t>
    </dgm:pt>
    <dgm:pt modelId="{73A18DA7-1E98-FD4A-8CF0-14F286A1A645}" type="pres">
      <dgm:prSet presAssocID="{33E9B2C3-3B00-4344-9801-1790032C510A}" presName="linear" presStyleCnt="0">
        <dgm:presLayoutVars>
          <dgm:animLvl val="lvl"/>
          <dgm:resizeHandles val="exact"/>
        </dgm:presLayoutVars>
      </dgm:prSet>
      <dgm:spPr/>
    </dgm:pt>
    <dgm:pt modelId="{1C262841-4432-EB48-9324-300751EA8450}" type="pres">
      <dgm:prSet presAssocID="{A48EA657-C532-4546-9308-70922B97D4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D83069-BDBB-B842-BAB5-C1C92F97FB2E}" type="pres">
      <dgm:prSet presAssocID="{2E1EF0ED-FC06-B041-893F-D099B28B8F68}" presName="spacer" presStyleCnt="0"/>
      <dgm:spPr/>
    </dgm:pt>
    <dgm:pt modelId="{90016198-4421-EB41-B653-A62FAD7DB602}" type="pres">
      <dgm:prSet presAssocID="{CA0A27C5-04BD-B94E-B4BD-E6AEFDFFCCAC}" presName="parentText" presStyleLbl="node1" presStyleIdx="1" presStyleCnt="3" custLinFactNeighborX="-3029" custLinFactNeighborY="20646">
        <dgm:presLayoutVars>
          <dgm:chMax val="0"/>
          <dgm:bulletEnabled val="1"/>
        </dgm:presLayoutVars>
      </dgm:prSet>
      <dgm:spPr/>
    </dgm:pt>
    <dgm:pt modelId="{E89BECF5-F6C7-0A46-B3C1-905944698B58}" type="pres">
      <dgm:prSet presAssocID="{17BE1370-DBFC-9249-95D7-A26E138FBDA5}" presName="spacer" presStyleCnt="0"/>
      <dgm:spPr/>
    </dgm:pt>
    <dgm:pt modelId="{FC88FA53-5BC7-7549-A9F5-F3657367D7A2}" type="pres">
      <dgm:prSet presAssocID="{3AE7F127-89CA-8B49-B4B8-74236B5712A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BCDE7E3-D49A-8740-9B96-355D534A9846}" type="pres">
      <dgm:prSet presAssocID="{3AE7F127-89CA-8B49-B4B8-74236B5712A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E8D8B0C-BA1D-F644-9499-5D110F118486}" srcId="{33E9B2C3-3B00-4344-9801-1790032C510A}" destId="{A48EA657-C532-4546-9308-70922B97D426}" srcOrd="0" destOrd="0" parTransId="{B32B12C6-23CA-6341-A6BF-669762CDA630}" sibTransId="{2E1EF0ED-FC06-B041-893F-D099B28B8F68}"/>
    <dgm:cxn modelId="{A7F3371F-D2A9-884B-8B29-31C905AB2F09}" srcId="{33E9B2C3-3B00-4344-9801-1790032C510A}" destId="{3AE7F127-89CA-8B49-B4B8-74236B5712A8}" srcOrd="2" destOrd="0" parTransId="{B3656492-8B41-D445-8B84-95AFC24DBDEA}" sibTransId="{AC376547-9D8E-F048-AD05-156A90AB8412}"/>
    <dgm:cxn modelId="{5E2EB522-1798-3344-BA2B-DA5A2BB3A2BE}" type="presOf" srcId="{CA0A27C5-04BD-B94E-B4BD-E6AEFDFFCCAC}" destId="{90016198-4421-EB41-B653-A62FAD7DB602}" srcOrd="0" destOrd="0" presId="urn:microsoft.com/office/officeart/2005/8/layout/vList2"/>
    <dgm:cxn modelId="{B77B2E3D-569C-0A4F-8419-32E98AB34251}" srcId="{33E9B2C3-3B00-4344-9801-1790032C510A}" destId="{CA0A27C5-04BD-B94E-B4BD-E6AEFDFFCCAC}" srcOrd="1" destOrd="0" parTransId="{381D1930-B063-554F-B01F-CFB9708BCC3B}" sibTransId="{17BE1370-DBFC-9249-95D7-A26E138FBDA5}"/>
    <dgm:cxn modelId="{8EF30879-4741-2D4D-A38C-B51BC5A90576}" srcId="{3AE7F127-89CA-8B49-B4B8-74236B5712A8}" destId="{26BE7B9D-8E71-5445-A883-778CCB7A0779}" srcOrd="0" destOrd="0" parTransId="{D3B1C971-DE5E-D343-B081-EEC27743D61A}" sibTransId="{925C5914-FEA3-3D43-BE13-1DEC977B3DE1}"/>
    <dgm:cxn modelId="{A69C1482-0BB2-E04C-896D-5E8589532F09}" type="presOf" srcId="{3AE7F127-89CA-8B49-B4B8-74236B5712A8}" destId="{FC88FA53-5BC7-7549-A9F5-F3657367D7A2}" srcOrd="0" destOrd="0" presId="urn:microsoft.com/office/officeart/2005/8/layout/vList2"/>
    <dgm:cxn modelId="{E3426897-E0CE-8C40-B73F-582DFE32444E}" type="presOf" srcId="{33E9B2C3-3B00-4344-9801-1790032C510A}" destId="{73A18DA7-1E98-FD4A-8CF0-14F286A1A645}" srcOrd="0" destOrd="0" presId="urn:microsoft.com/office/officeart/2005/8/layout/vList2"/>
    <dgm:cxn modelId="{C6885EA3-3A71-BF41-92FE-96D08ABAD02B}" type="presOf" srcId="{26BE7B9D-8E71-5445-A883-778CCB7A0779}" destId="{1BCDE7E3-D49A-8740-9B96-355D534A9846}" srcOrd="0" destOrd="0" presId="urn:microsoft.com/office/officeart/2005/8/layout/vList2"/>
    <dgm:cxn modelId="{87F9EFCA-0B24-EE4F-88A1-02C0242809B4}" type="presOf" srcId="{A48EA657-C532-4546-9308-70922B97D426}" destId="{1C262841-4432-EB48-9324-300751EA8450}" srcOrd="0" destOrd="0" presId="urn:microsoft.com/office/officeart/2005/8/layout/vList2"/>
    <dgm:cxn modelId="{851BBA06-FBD1-E84B-8EAE-DC8B4F3FB86F}" type="presParOf" srcId="{73A18DA7-1E98-FD4A-8CF0-14F286A1A645}" destId="{1C262841-4432-EB48-9324-300751EA8450}" srcOrd="0" destOrd="0" presId="urn:microsoft.com/office/officeart/2005/8/layout/vList2"/>
    <dgm:cxn modelId="{C08CC659-CB14-ED43-8228-B73B56DB1102}" type="presParOf" srcId="{73A18DA7-1E98-FD4A-8CF0-14F286A1A645}" destId="{AED83069-BDBB-B842-BAB5-C1C92F97FB2E}" srcOrd="1" destOrd="0" presId="urn:microsoft.com/office/officeart/2005/8/layout/vList2"/>
    <dgm:cxn modelId="{A3D023C9-571E-F545-BAD4-93EB91C7B4AB}" type="presParOf" srcId="{73A18DA7-1E98-FD4A-8CF0-14F286A1A645}" destId="{90016198-4421-EB41-B653-A62FAD7DB602}" srcOrd="2" destOrd="0" presId="urn:microsoft.com/office/officeart/2005/8/layout/vList2"/>
    <dgm:cxn modelId="{998F8FB0-044F-E74E-B9BD-E211C54941E7}" type="presParOf" srcId="{73A18DA7-1E98-FD4A-8CF0-14F286A1A645}" destId="{E89BECF5-F6C7-0A46-B3C1-905944698B58}" srcOrd="3" destOrd="0" presId="urn:microsoft.com/office/officeart/2005/8/layout/vList2"/>
    <dgm:cxn modelId="{2B251D85-E86C-3F49-B603-8F6F7D0611D9}" type="presParOf" srcId="{73A18DA7-1E98-FD4A-8CF0-14F286A1A645}" destId="{FC88FA53-5BC7-7549-A9F5-F3657367D7A2}" srcOrd="4" destOrd="0" presId="urn:microsoft.com/office/officeart/2005/8/layout/vList2"/>
    <dgm:cxn modelId="{9AC070E6-4779-3041-8EFC-CAC2D14F9099}" type="presParOf" srcId="{73A18DA7-1E98-FD4A-8CF0-14F286A1A645}" destId="{1BCDE7E3-D49A-8740-9B96-355D534A984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356D22-FE5C-5441-972A-460A7C2DB772}">
      <dsp:nvSpPr>
        <dsp:cNvPr id="0" name=""/>
        <dsp:cNvSpPr/>
      </dsp:nvSpPr>
      <dsp:spPr>
        <a:xfrm>
          <a:off x="0" y="2707"/>
          <a:ext cx="55112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3A709-1E9D-BA4A-A347-96B0D9C23640}">
      <dsp:nvSpPr>
        <dsp:cNvPr id="0" name=""/>
        <dsp:cNvSpPr/>
      </dsp:nvSpPr>
      <dsp:spPr>
        <a:xfrm>
          <a:off x="0" y="2707"/>
          <a:ext cx="5511295" cy="92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Definition of stroke</a:t>
          </a:r>
        </a:p>
      </dsp:txBody>
      <dsp:txXfrm>
        <a:off x="0" y="2707"/>
        <a:ext cx="5511295" cy="923375"/>
      </dsp:txXfrm>
    </dsp:sp>
    <dsp:sp modelId="{A2E07465-6951-9941-AB22-8FEE1E96D9A7}">
      <dsp:nvSpPr>
        <dsp:cNvPr id="0" name=""/>
        <dsp:cNvSpPr/>
      </dsp:nvSpPr>
      <dsp:spPr>
        <a:xfrm>
          <a:off x="0" y="926083"/>
          <a:ext cx="55112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BF8B4-057E-4B4C-BF93-D1F62B53A447}">
      <dsp:nvSpPr>
        <dsp:cNvPr id="0" name=""/>
        <dsp:cNvSpPr/>
      </dsp:nvSpPr>
      <dsp:spPr>
        <a:xfrm>
          <a:off x="0" y="926083"/>
          <a:ext cx="5511295" cy="92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Classification</a:t>
          </a:r>
        </a:p>
      </dsp:txBody>
      <dsp:txXfrm>
        <a:off x="0" y="926083"/>
        <a:ext cx="5511295" cy="923375"/>
      </dsp:txXfrm>
    </dsp:sp>
    <dsp:sp modelId="{583C9BF7-6525-154B-AEA1-7DAC93154E78}">
      <dsp:nvSpPr>
        <dsp:cNvPr id="0" name=""/>
        <dsp:cNvSpPr/>
      </dsp:nvSpPr>
      <dsp:spPr>
        <a:xfrm>
          <a:off x="0" y="1849458"/>
          <a:ext cx="55112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4CD64-893E-1444-918D-EC70750F7C90}">
      <dsp:nvSpPr>
        <dsp:cNvPr id="0" name=""/>
        <dsp:cNvSpPr/>
      </dsp:nvSpPr>
      <dsp:spPr>
        <a:xfrm>
          <a:off x="0" y="1849458"/>
          <a:ext cx="5511295" cy="92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Blood Supply Review</a:t>
          </a:r>
        </a:p>
      </dsp:txBody>
      <dsp:txXfrm>
        <a:off x="0" y="1849458"/>
        <a:ext cx="5511295" cy="923375"/>
      </dsp:txXfrm>
    </dsp:sp>
    <dsp:sp modelId="{2F4D61C1-EE37-144A-82D1-B4E23E39A5FA}">
      <dsp:nvSpPr>
        <dsp:cNvPr id="0" name=""/>
        <dsp:cNvSpPr/>
      </dsp:nvSpPr>
      <dsp:spPr>
        <a:xfrm>
          <a:off x="0" y="2772833"/>
          <a:ext cx="55112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54847-0F15-D748-99E4-CFCB2BA05758}">
      <dsp:nvSpPr>
        <dsp:cNvPr id="0" name=""/>
        <dsp:cNvSpPr/>
      </dsp:nvSpPr>
      <dsp:spPr>
        <a:xfrm>
          <a:off x="0" y="2772833"/>
          <a:ext cx="5511295" cy="92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Anterior Circulation Syndromes</a:t>
          </a:r>
        </a:p>
      </dsp:txBody>
      <dsp:txXfrm>
        <a:off x="0" y="2772833"/>
        <a:ext cx="5511295" cy="923375"/>
      </dsp:txXfrm>
    </dsp:sp>
    <dsp:sp modelId="{7CB3BCE2-6289-CF44-B280-70CC5D53ABF3}">
      <dsp:nvSpPr>
        <dsp:cNvPr id="0" name=""/>
        <dsp:cNvSpPr/>
      </dsp:nvSpPr>
      <dsp:spPr>
        <a:xfrm>
          <a:off x="0" y="3696208"/>
          <a:ext cx="55112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87F3E-3966-0F40-8BE7-4A6C2E2F7300}">
      <dsp:nvSpPr>
        <dsp:cNvPr id="0" name=""/>
        <dsp:cNvSpPr/>
      </dsp:nvSpPr>
      <dsp:spPr>
        <a:xfrm>
          <a:off x="0" y="3696208"/>
          <a:ext cx="5511295" cy="92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Small Vessel Syndromes</a:t>
          </a:r>
        </a:p>
      </dsp:txBody>
      <dsp:txXfrm>
        <a:off x="0" y="3696208"/>
        <a:ext cx="5511295" cy="923375"/>
      </dsp:txXfrm>
    </dsp:sp>
    <dsp:sp modelId="{AC2CC2C9-F5B3-9345-A08E-60DD1A240474}">
      <dsp:nvSpPr>
        <dsp:cNvPr id="0" name=""/>
        <dsp:cNvSpPr/>
      </dsp:nvSpPr>
      <dsp:spPr>
        <a:xfrm>
          <a:off x="0" y="4619583"/>
          <a:ext cx="55112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696330-EB83-AD49-B72E-1ED6F69C08DC}">
      <dsp:nvSpPr>
        <dsp:cNvPr id="0" name=""/>
        <dsp:cNvSpPr/>
      </dsp:nvSpPr>
      <dsp:spPr>
        <a:xfrm>
          <a:off x="0" y="4619583"/>
          <a:ext cx="5511295" cy="92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Posterior Circulation Syndromes</a:t>
          </a:r>
        </a:p>
      </dsp:txBody>
      <dsp:txXfrm>
        <a:off x="0" y="4619583"/>
        <a:ext cx="5511295" cy="9233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62841-4432-EB48-9324-300751EA8450}">
      <dsp:nvSpPr>
        <dsp:cNvPr id="0" name=""/>
        <dsp:cNvSpPr/>
      </dsp:nvSpPr>
      <dsp:spPr>
        <a:xfrm>
          <a:off x="0" y="38843"/>
          <a:ext cx="8596668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Middle Cerebral Artery Syndromes</a:t>
          </a:r>
        </a:p>
      </dsp:txBody>
      <dsp:txXfrm>
        <a:off x="44549" y="83392"/>
        <a:ext cx="8507570" cy="823502"/>
      </dsp:txXfrm>
    </dsp:sp>
    <dsp:sp modelId="{A3999835-6A71-1346-BAF8-249325651560}">
      <dsp:nvSpPr>
        <dsp:cNvPr id="0" name=""/>
        <dsp:cNvSpPr/>
      </dsp:nvSpPr>
      <dsp:spPr>
        <a:xfrm>
          <a:off x="0" y="951443"/>
          <a:ext cx="8596668" cy="1977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944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Proximal occlusion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Distal M1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Superior M2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Inferior M2</a:t>
          </a:r>
        </a:p>
      </dsp:txBody>
      <dsp:txXfrm>
        <a:off x="0" y="951443"/>
        <a:ext cx="8596668" cy="1977885"/>
      </dsp:txXfrm>
    </dsp:sp>
    <dsp:sp modelId="{BB588B4F-3CAC-1F48-9029-6CABA057CAE8}">
      <dsp:nvSpPr>
        <dsp:cNvPr id="0" name=""/>
        <dsp:cNvSpPr/>
      </dsp:nvSpPr>
      <dsp:spPr>
        <a:xfrm>
          <a:off x="0" y="2929329"/>
          <a:ext cx="8596668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Anterior Cerebral Artery Syndrome</a:t>
          </a:r>
        </a:p>
      </dsp:txBody>
      <dsp:txXfrm>
        <a:off x="44549" y="2973878"/>
        <a:ext cx="8507570" cy="8235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62841-4432-EB48-9324-300751EA8450}">
      <dsp:nvSpPr>
        <dsp:cNvPr id="0" name=""/>
        <dsp:cNvSpPr/>
      </dsp:nvSpPr>
      <dsp:spPr>
        <a:xfrm>
          <a:off x="0" y="12586"/>
          <a:ext cx="8596668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Pure Motor Stroke</a:t>
          </a:r>
        </a:p>
      </dsp:txBody>
      <dsp:txXfrm>
        <a:off x="34269" y="46855"/>
        <a:ext cx="8528130" cy="633462"/>
      </dsp:txXfrm>
    </dsp:sp>
    <dsp:sp modelId="{90016198-4421-EB41-B653-A62FAD7DB602}">
      <dsp:nvSpPr>
        <dsp:cNvPr id="0" name=""/>
        <dsp:cNvSpPr/>
      </dsp:nvSpPr>
      <dsp:spPr>
        <a:xfrm>
          <a:off x="0" y="800986"/>
          <a:ext cx="8596668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Pure Sensory Stroke</a:t>
          </a:r>
        </a:p>
      </dsp:txBody>
      <dsp:txXfrm>
        <a:off x="34269" y="835255"/>
        <a:ext cx="8528130" cy="633462"/>
      </dsp:txXfrm>
    </dsp:sp>
    <dsp:sp modelId="{FC88FA53-5BC7-7549-A9F5-F3657367D7A2}">
      <dsp:nvSpPr>
        <dsp:cNvPr id="0" name=""/>
        <dsp:cNvSpPr/>
      </dsp:nvSpPr>
      <dsp:spPr>
        <a:xfrm>
          <a:off x="0" y="1589386"/>
          <a:ext cx="8596668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Mixed Sensorimotor Stroke</a:t>
          </a:r>
        </a:p>
      </dsp:txBody>
      <dsp:txXfrm>
        <a:off x="34269" y="1623655"/>
        <a:ext cx="8528130" cy="633462"/>
      </dsp:txXfrm>
    </dsp:sp>
    <dsp:sp modelId="{4A807D73-BBA8-2441-9EB3-6703C7F1AC41}">
      <dsp:nvSpPr>
        <dsp:cNvPr id="0" name=""/>
        <dsp:cNvSpPr/>
      </dsp:nvSpPr>
      <dsp:spPr>
        <a:xfrm>
          <a:off x="0" y="2377786"/>
          <a:ext cx="8596668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Dysarthria-clumsy Hand Syndrome</a:t>
          </a:r>
        </a:p>
      </dsp:txBody>
      <dsp:txXfrm>
        <a:off x="34269" y="2412055"/>
        <a:ext cx="8528130" cy="633462"/>
      </dsp:txXfrm>
    </dsp:sp>
    <dsp:sp modelId="{51DBDCC3-D515-D94E-8858-EE842B2EE25A}">
      <dsp:nvSpPr>
        <dsp:cNvPr id="0" name=""/>
        <dsp:cNvSpPr/>
      </dsp:nvSpPr>
      <dsp:spPr>
        <a:xfrm>
          <a:off x="0" y="3166186"/>
          <a:ext cx="8596668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Ataxic Hemiparesis</a:t>
          </a:r>
        </a:p>
      </dsp:txBody>
      <dsp:txXfrm>
        <a:off x="34269" y="3200455"/>
        <a:ext cx="8528130" cy="6334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62841-4432-EB48-9324-300751EA8450}">
      <dsp:nvSpPr>
        <dsp:cNvPr id="0" name=""/>
        <dsp:cNvSpPr/>
      </dsp:nvSpPr>
      <dsp:spPr>
        <a:xfrm>
          <a:off x="0" y="43726"/>
          <a:ext cx="8596668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PCA syndrome</a:t>
          </a:r>
        </a:p>
      </dsp:txBody>
      <dsp:txXfrm>
        <a:off x="46834" y="90560"/>
        <a:ext cx="8503000" cy="865732"/>
      </dsp:txXfrm>
    </dsp:sp>
    <dsp:sp modelId="{90016198-4421-EB41-B653-A62FAD7DB602}">
      <dsp:nvSpPr>
        <dsp:cNvPr id="0" name=""/>
        <dsp:cNvSpPr/>
      </dsp:nvSpPr>
      <dsp:spPr>
        <a:xfrm>
          <a:off x="0" y="1145585"/>
          <a:ext cx="8596668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Basilar Occlusion</a:t>
          </a:r>
        </a:p>
      </dsp:txBody>
      <dsp:txXfrm>
        <a:off x="46834" y="1192419"/>
        <a:ext cx="8503000" cy="865732"/>
      </dsp:txXfrm>
    </dsp:sp>
    <dsp:sp modelId="{FC88FA53-5BC7-7549-A9F5-F3657367D7A2}">
      <dsp:nvSpPr>
        <dsp:cNvPr id="0" name=""/>
        <dsp:cNvSpPr/>
      </dsp:nvSpPr>
      <dsp:spPr>
        <a:xfrm>
          <a:off x="0" y="2198686"/>
          <a:ext cx="8596668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Brainstem stroke syndromes</a:t>
          </a:r>
        </a:p>
      </dsp:txBody>
      <dsp:txXfrm>
        <a:off x="46834" y="2245520"/>
        <a:ext cx="8503000" cy="865732"/>
      </dsp:txXfrm>
    </dsp:sp>
    <dsp:sp modelId="{1BCDE7E3-D49A-8740-9B96-355D534A9846}">
      <dsp:nvSpPr>
        <dsp:cNvPr id="0" name=""/>
        <dsp:cNvSpPr/>
      </dsp:nvSpPr>
      <dsp:spPr>
        <a:xfrm>
          <a:off x="0" y="3158086"/>
          <a:ext cx="8596668" cy="678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944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Rule of 4s</a:t>
          </a:r>
        </a:p>
      </dsp:txBody>
      <dsp:txXfrm>
        <a:off x="0" y="3158086"/>
        <a:ext cx="8596668" cy="678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0:57:07.1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3675 612 24575,'-40'0'0,"7"-5"0,-1-1 0,5-5 0,-7-1 0,0-6 0,0 5 0,-1-5 0,1 1 0,0 3 0,0-3 0,7 6 0,-5-1 0,5 1 0,-8-1 0,1 0 0,0 0 0,0-6 0,0 5 0,-1-4 0,1 5 0,0-1 0,0 1 0,7 1 0,-5 0 0,12-4 0,-12 2 0,12-1 0,-12-4 0,12 7 0,-5-5 0,8 6 0,-8-1 0,-2 0 0,0 0 0,-5-1 0,5 1 0,0 0 0,-5-1 0,-5 7 0,1-6 0,-8 9 0,10-8 0,0 8 0,0-8 0,-1 3 0,9 0 0,-7-3 0,6 8 0,1-8 0,-7 9 0,14-7 0,-6 7 0,0-9 0,5 8 0,-12-8 0,12 8 0,-12-3 0,5 5 0,-7-5 0,7 3 0,-5-3 0,5 5 0,-7 0 0,7 0 0,-6 0 0,14 0 0,-14 0 0,14 0 0,-6 0 0,0 0 0,5 0 0,1 0 0,2 0 0,5 4 0,-6 2 0,6 3 0,-4 0 0,9-1 0,-10 2 0,5-1 0,-6 0 0,-7 2 0,6-1 0,-6 6 0,7-6 0,0 5 0,1-5 0,-1 4 0,0-3 0,1 3 0,4-5 0,-3 0 0,4 0 0,-1 0 0,-3 1 0,4 3 0,-1-3 0,-3 4 0,4-1 0,-2 2 0,3 0 0,-1 3 0,0-8 0,-1 9 0,-4-4 0,4 0 0,-5 4 0,0-4 0,1 0 0,4-1 0,-3 0 0,9-6 0,-9 6 0,8 0 0,-9-3 0,8 7 0,-3-2 0,4 3 0,-4 1 0,3 0 0,-3-1 0,-2 8 0,4-5 0,-8 5 0,9-8 0,-3 1 0,4 0 0,-5 0 0,5-1 0,-6 8 0,6-5 0,-5 5 0,3 0 0,-3 2 0,4 0 0,4 5 0,-3-5 0,5 0 0,-7 5 0,1-5 0,4 0 0,-4 5 0,6-12 0,-2 12 0,-2-13 0,3 14 0,0-14 0,-3 6 0,7-7 0,-7 7 0,7 2 0,-7 0 0,8 5 0,-4-12 0,0 12 0,3-5 0,-3 0 0,5 5 0,0-5 0,0 7 0,0 0 0,0 1 0,0-1 0,0 9 0,0-6 0,0 6 0,0 1 0,0-8 0,0 8 0,0-10 0,0 0 0,0 0 0,-4-7 0,3 6 0,-4-14 0,5 14 0,0-7 0,0 1 0,0-2 0,-5 0 0,4 2 0,-5 0 0,6 5 0,0-5 0,0 0 0,0 6 0,0-7 0,0 9 0,0 8 0,0-6 0,0 15 0,0-6 0,0 0 0,0 7 0,0-7 0,0 0 0,0-3 0,0-9 0,0 10 0,0-15 0,0 13 0,0-23 0,0 14 0,0-14 0,0 6 0,0 0 0,0-5 0,0 0 0,0-4 0,0-4 0,0 6 0,0 0 0,0-6 0,0 4 0,0-3 0,0 4 0,0 1 0,0 0 0,0-1 0,0 1 0,0-6 0,0 5 0,0-5 0,0 6 0,0-1 0,0 1 0,0 0 0,0-1 0,0 1 0,0-6 0,0 5 0,0-5 0,0 6 0,0-1 0,0 1 0,0 0 0,0-1 0,0 1 0,0 0 0,0-1 0,0 1 0,0 0 0,0-6 0,0-1 0,0-12 0,0-12 0,0 1 0,0-8 0,0 23 0,0 9 0,-5 15 0,3 17 0,-8-8 0,3 8 0,-4-17 0,-2 14 0,7-19 0,-6 20 0,6-15 0,-1 0 0,-4 5 0,6-12 0,-2 5 0,-2-8 0,4 1 0,-1 7 0,-2-6 0,2 6 0,-5 0 0,1-5 0,0 5 0,4-7 0,-4 7 0,5-6 0,-2 6 0,3-7 0,4 0 0,-5-1 0,4 1 0,-3 0 0,4-1 0,0-4 0,0 3 0,0-4 0,0 1 0,0-2 0,0 0 0,0-4 0,0 9 0,0-9 0,0 4 0,0 0 0,0-4 0,0 9 0,0-9 0,0 4 0,0-5 0,0 5 0,3-4 0,-2 4 0,7 0 0,-4-4 0,2 4 0,1 0 0,-2-5 0,0 11 0,3-5 0,-3 6 0,1 0 0,3-1 0,-4 1 0,6 7 0,-5-6 0,3 6 0,-4-12 0,4 3 0,-4-4 0,4 6 0,-4 0 0,1-1 0,1-4 0,-2 3 0,0-9 0,4 9 0,-8-9 0,8 10 0,-8-10 0,7 9 0,-6-9 0,2 9 0,0-3 0,-3 4 0,7-4 0,-7 3 0,7-4 0,-3 6 0,1 0 0,2-1 0,-7-4 0,8 3 0,-3-4 0,3 1 0,0 3 0,0-4 0,-4 1 0,4 3 0,-4-9 0,4 9 0,-1-9 0,2 10 0,-1-5 0,0 6 0,1-1 0,0 1 0,0 0 0,0-1 0,-5 1 0,5 7 0,-4-5 0,5 5 0,-1 0 0,0-6 0,2 13 0,-1-5 0,-4 0 0,4 6 0,-5-14 0,0 13 0,-2-12 0,2 12 0,-1-12 0,6 5 0,-1 9 0,0-13 0,0 13 0,-1-22 0,0 5 0,-1-10 0,-3 9 0,2-9 0,-3 4 0,1-5 0,2 5 0,-2-4 0,3 4 0,0-6 0,0 1 0,-1-1 0,1 1 0,-1 0 0,2 5 0,-1-4 0,1 4 0,-1 0 0,0-4 0,2 9 0,-2-9 0,5 9 0,-3-4 0,4 1 0,-5 3 0,-1-9 0,2 9 0,-2-9 0,6 10 0,-5-10 0,4 9 0,-5-9 0,3 17 0,-3-16 0,3 16 0,-4-17 0,3 9 0,-5-3 0,3 4 0,-2 1 0,-1 0 0,4 0 0,-4-1 0,5 1 0,-4-6 0,3 5 0,-4-5 0,0 6 0,0-1 0,-2-4 0,-2 3 0,2-9 0,2 9 0,-4-3 0,3 4 0,-4-4 0,5 3 0,-4-4 0,3 6 0,-4-6 0,0 5 0,0-5 0,0 6 0,0-1 0,0 1 0,0 0 0,0-1 0,0 1 0,0 0 0,0-1 0,0-4 0,0 3 0,0-9 0,0 4 0,0 0 0,0-4 0,0 4 0,-3-6 0,2 1 0,-3 0 0,4-1 0,0 14 0,-10 2 0,-2 6 0,-11 5 0,1-5 0,-3 7 0,1 1 0,2-9 0,-2 7 0,2-6 0,0 0 0,4 5 0,-1-13 0,1 14 0,-2-14 0,2 6 0,0-7 0,2 0 0,1-1 0,-3 1 0,7 0 0,-8-1 0,8 1 0,-8 0 0,9-1 0,-9-3 0,8 2 0,-8-2 0,9 3 0,-5 1 0,6-6 0,-5 5 0,9-5 0,-8 6 0,7-1 0,-4 1 0,5-6 0,-4 5 0,8-5 0,-3 6 0,4-1 0,0 1 0,0 0 0,-5-1 0,4 1 0,-3 0 0,4-1 0,0 8 0,0 2 0,0 0 0,0 6 0,0-14 0,0 13 0,0-5 0,0 0 0,0 6 0,0-7 0,0 9 0,0-1 0,0-7 0,0 5 0,5-5 0,-3 7 0,3-7 0,0 5 0,-3-12 0,3 5 0,-5 0 0,0-6 0,0 6 0,0-7 0,4 0 0,-2 7 0,2-6 0,-4 14 0,0-14 0,0 6 0,0 0 0,5 2 0,-3 0 0,8 5 0,-8-12 0,3 12 0,-5-5 0,4 0 0,-2 5 0,2-12 0,-4 5 0,0-8 0,5 8 0,-3-10 0,3 8 0,-5-10 0,0-1 0,0 4 0,0-3 0,4 4 0,-3-4 0,4-2 0,-1 0 0,-3-4 0,8 9 0,-8-4 0,7 1 0,-7 3 0,6-4 0,-5 1 0,6 3 0,-7-9 0,4 4 0,-1 0 0,-3-4 0,4 4 0,-5-6 0,4 6 0,-3-4 0,3 10 0,-4-10 0,0 9 0,4-9 0,0 4 0,0-6 0,4 6 0,-3-4 0,0 4 0,2-5 0,-3 0 0,3-1 0,1 1 0,0 0 0,-1-1 0,1 1 0,0-1 0,-1 1 0,6 1 0,1-1 0,1 1 0,3 1 0,-4-1 0,1 0 0,3 0 0,-4 0 0,1-3 0,3 2 0,-4-7 0,6 4 0,0-5 0,-1 0 0,1 0 0,0 0 0,-1 0 0,1 0 0,0 0 0,-6 0 0,5 0 0,-5 0 0,6 0 0,-1 0 0,1 0 0,0 0 0,-1 0 0,1 0 0,0-5 0,-1 4 0,1-7 0,-6 6 0,5-6 0,-5 7 0,6-8 0,-1 3 0,1 1 0,0-4 0,-1 4 0,-4-1 0,3-3 0,-4 8 0,1-6 0,3 1 0,-9 2 0,9-5 0,-9 8 0,10-8 0,-10 5 0,4-1 0,0-3 0,-5 3 0,5 0 0,-5-2 0,0 3 0,-1 0 0,1-3 0,0 3 0,-1-4 0,1 4 0,-1-3 0,2-2 0,-1 0 0,1-4 0,-1 0 0,1-2 0,5 0 0,-3-3 0,3 2 0,-5 2 0,1-4 0,-1 3 0,0-4 0,1-1 0,-4 0 0,3 1 0,-8-8 0,7 5 0,-7-12 0,8 12 0,-2-12 0,-2 12 0,1-5 0,-1 0 0,-4 6 0,9-6 0,-9 7 0,8 0 0,-4 1 0,1 4 0,3-3 0,-8 4 0,7-1 0,-3-3 0,3 9 0,1-9 0,-4 9 0,3-10 0,-2 5 0,4-6 0,0 1 0,-1-1 0,0 6 0,5-5 0,1 5 0,1-13 0,3 5 0,-7-5 0,2 8 0,0 3 0,-3-2 0,3 3 0,0-5 0,-4 6 0,4-5 0,-5 5 0,0 0 0,5-5 0,-4 5 0,4-6 0,-3-7 0,-1 6 0,0-1 0,1-4 0,-2 10 0,1-11 0,0 8 0,0-1 0,0 0 0,0 0 0,-1 6 0,0-4 0,-1 9 0,2-10 0,-2 11 0,-3-11 0,2 10 0,-3-4 0,4 0 0,1-1 0,0 0 0,0 1 0,-1 0 0,0 4 0,-3-4 0,3 0 0,-3 4 0,3-4 0,1 0 0,4 3 0,-3-3 0,3 4 0,0-4 0,-4 4 0,9-5 0,-3 5 0,-1 4 0,-1-3 0,-5 4 0,-1 0 0,1 0 0,-1 4 0,1 0 0,0 0 0,-1 0 0,1 0 0,5 0 0,-4 0 0,4 0 0,-6 0 0,6 0 0,-4 4 0,10 1 0,-10 3 0,4-3 0,0 3 0,-4-7 0,9 7 0,-4-6 0,6 6 0,-6-7 0,-1 4 0,0-1 0,-4-3 0,10 4 0,-10-2 0,9-2 0,-9 6 0,9-6 0,-4 2 0,6 1 0,0-3 0,0 8 0,-1-3 0,-4 2 0,3 2 0,-4-1 0,6 1 0,0 0 0,-6-2 0,-1 1 0,0 0 0,-4-2 0,4 2 0,-5 4 0,1 1 0,1 6 0,-1-6 0,1 5 0,-3-10 0,3 9 0,-1-4 0,1 6 0,-1-6 0,0 5 0,0-5 0,5 1 0,-3 4 0,3-4 0,-4 5 0,0 0 0,0-1 0,-5 1 0,5 7 0,-9-6 0,9 7 0,-4-9 0,4 8 0,1-5 0,-1 5 0,0-8 0,-1-4 0,5 3 0,-5-9 0,9 5 0,-8-1 0,9-2 0,-4 3 0,-1-5 0,5 1 0,-14-2 0,4 0 0,-9 0 0,16 2 0,-1 10 0,29 2 0,-8 17 0,11-11 0,-8 4 0,-3-7 0,0-1 0,-7-7 0,-2 4 0,-13-11 0,5 4 0,-5-1 0,6-2 0,-5 8 0,4-8 0,-7 15 0,6-9 0,-1 10 0,2-8 0,3 8 0,6-3 0,-5 3 0,6 2 0,-1-5 0,-3 11 0,3-12 0,-7 4 0,6-5 0,-3 6 0,3-5 0,5 14 0,-10-14 0,19 17 0,-17-10 0,14 3 0,-13 2 0,3-11 0,1 5 0,-8-9 0,6-3 0,-7 2 0,0-8 0,-1 7 0,1-7 0,7 4 0,-5-5 0,5 6 0,-8-1 0,8 1 0,-5-1 0,5 0 0,-7-4 0,-1 3 0,8-3 0,-5-1 0,12 2 0,-5-1 0,0 0 0,5 1 0,-5-6 0,7 4 0,0-8 0,-7 3 0,6-5 0,-6 0 0,7 0 0,9 0 0,-6 0 0,6 0 0,-8 0 0,8 0 0,-6 0 0,-1 0 0,5 0 0,-11 0 0,13 0 0,-9-5 0,1-2 0,-1-5 0,-7 1 0,5-1 0,-12 2 0,5-5 0,-8 4 0,1-4 0,7-1 0,2-1 0,0-6 0,5 5 0,-5 3 0,0-1 0,5 3 0,-12-1 0,21 1 0,-19-2 0,29 0 0,-22-6 0,15 7 0,-10-3 0,0 4 0,-7 2 0,-2 5 0,-7-3 0,7 3 0,-6 0 0,14 1 0,-14 5 0,14-6 0,-7 5 0,1-4 0,6 5 0,-6 0 0,7 0 0,0 0 0,9 0 0,-6 0 0,7-6 0,-10 5 0,0-10 0,0 4 0,10 1 0,-8-5 0,8 4 0,-10 1 0,0-5 0,-7 10 0,5-5 0,-12 2 0,12 3 0,-12-4 0,5 1 0,0 3 0,-6-4 0,14 0 0,-14 4 0,6-9 0,0 4 0,-5-4 0,12-2 0,-5-5 0,7-2 0,0-5 0,1 0 0,-1 0 0,-7 2 0,-2 5 0,-8 2 0,-3 1 0,-3 4 0,-5-3 0,0 6 0,1-6 0,-5 4 0,1-10 0,-5 5 0,4-6 0,-3 1 0,3-1 0,-4-7 0,5 5 0,-4-5 0,3 8 0,2-8 0,-5 5 0,4-12 0,0 12 0,-4-12 0,7 12 0,-6-12 0,2 5 0,0 0 0,-3-5 0,4 5 0,-1 0 0,-3 2 0,4 0 0,-5-2 0,5-7 0,-4 7 0,5-5 0,-6 5 0,0-7 0,0 0 0,0 0 0,0-1 0,0-20 0,0 16 0,0-25 0,0 7 0,0-1 0,0-20 0,0 20 0,0-20 0,0 20 0,0-8 0,0-1 0,0 9 0,0 1 0,0 4 0,-6 16 0,-8-15 0,0 15 0,-12-16 0,12 17 0,-11-8 0,12 10 0,-10 0 0,9 0 0,-8-1 0,8 1 0,-9 0 0,10 0 0,-10 0 0,9-10 0,-4 8 0,5-8 0,-6 0 0,5 8 0,-7-17 0,9 17 0,-1-8 0,0 1 0,0-3 0,5-10 0,-5 1 0,11 0 0,-4 0 0,6 0 0,0 0 0,0-12-6784,0 9 6784,0-20 0,6 20 0,-4-8 0,4 10 0,-12 1 0,4-11 0,-4-4 6784,-1-10-6784,5-1 0,-12 12 0,13-9 0,-12 20 0,11-9 0,-9 22 0,9-8 0,-9 16 0,10-6 0,-10 8 0,10-8 0,-10 6 0,4-15 0,0 15 0,-6-16 0,5 7 0,0 0 0,-4 3 0,5-1 0,-6 8 0,0-8 0,0 1 0,1 6-6784,-2-16 6784,0-4-34,-2-12 34,7 8 0,-1-3 0,-4 13 0,1-1 0,2-19 0,-1 1 0,-4 21 0,-1 2 0,2-13 0,-1 0 0,-6 10 0,-1 0 0,3-11 0,-1-2 0,-6 8 0,0 2 0,4 4 0,1 3 0,-22-37 0,-3 5 0,7 16 0,-7 1 6767,8 3-6767,-3 16 51,16 5-51,-6 2 0,2 5 0,4-5 0,-5 5 0,7-2 0,-6 2 0,6 2 0,-8-7 0,10 8 0,-1 0 0,-9-8 0,10 15 0,-10-16 0,5 15 0,1-12 0,-1 11 0,3-10 0,-3 11 0,1-12 0,-3 4 0,-1 0 0,5-4 0,-13 1 0,14 5 0,-8-9 0,4 15 0,3-12 0,-13 1 0,13 5 0,-15-12 0,8 9 0,-22-14 0,9 2 0,-19-12 0,9 8 0,-12-17 0,1 7 0,11 2 0,-9 0 0,8 9 0,-17-3 0,5 1 0,-2 8 0,-2-6 0,18 10 0,-13-3 0,26 7 0,2 14 0,12 2 0,13 12 0,-4-4 0,-4-3 0,1-3 0,-14-4 0,14 1 0,-6 6 0,7-3 0,0 6 0,5-6 0,-4 4 0,10-2 0,-10 4 0,9-5 0,-8-1 0,8 1 0,-4-5 0,0 9 0,4-8 0,-5 3 0,1-5 0,3 0 0,-7 5 0,2-4 0,1 4 0,2 1 0,-1-5 0,5 10 0,-10-9 0,11 9 0,-6-9 0,6 9 0,-1-4 0,1 5 0,0-5 0,0 4 0,-1-4 0,2 6 0,-1-1 0,0-5 0,0 4 0,-1-4 0,1 5 0,1 1 0,-1-1 0,1 1 0,2-1 0,-1 0 0,1 4 0,-2-3 0,-1 3 0,0-4 0,1 1 0,3-1 0,-3 1 0,3-1 0,-4 0 0,0 1 0,1-1 0,-6 0 0,4 0 0,-4-1 0,5 1 0,1 1 0,-1-1 0,0 1 0,0-6 0,0 7 0,-1-6 0,2 8 0,-1-4 0,4 0 0,-3 1 0,3-1 0,-4 1 0,1-1 0,-1 4 0,0-3 0,1 3 0,-1-4 0,-5 4 0,4-3 0,-4 3 0,0-5 0,4 1 0,-4 0 0,6 0 0,-1 1 0,0-1 0,-5 4 0,4-3 0,0 3 0,2-4 0,3 4 0,0-3 0,-3 6 0,6-6 0,-6 7 0,3-7 0,-4 3 0,1-4 0,-1 4 0,4-3 0,-3 6 0,3-6 0,0 3 0,-3 0 0,6-3 0,-6 6 0,6-6 0,-2 3 0,0 0 0,2-3 0,-6 6 0,3-5 0,0 1 0,-3-2 0,6-1 0,-6 4 0,6-3 0,-5 3 0,5-4 0,-6 1 0,6-1 0,-6 0 0,3 1 0,0-1 0,-3 1 0,6-1 0,-6 4 0,7-3 0,-4 6 0,4-2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0:58:39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868 21 24575,'-14'0'0,"-5"0"0,-2 0 0,-1 0 0,-12 0 0,12 0 0,-12 0 0,12 0 0,-5 5 0,8 0 0,4 1 0,-3 3 0,4-4 0,-1 4 0,-3-4 0,9 2 0,-4-3 0,5 0 0,1 3 0,-1-3 0,1 4 0,-1 0 0,-5 0 0,4 0 0,-4 1 0,5-2 0,1 1 0,-2 5 0,0 1 0,-1 6 0,5 0 0,-4-1 0,4 1 0,-5 0 0,0-1 0,-1 8 0,6 2 0,-5 0 0,9-2 0,-9 0 0,4-5 0,0 5 0,-3-8 0,4 1 0,-5 0 0,4 7 0,-2-6 0,2 6 0,-5 0 0,0 2 0,0 0 0,5 5 0,-4-5 0,3 7 0,-4-7 0,-1 6 0,0 3 0,0 0 0,-2 17 0,1-7 0,-3 21 0,1 2 0,-2 12 0,3-29 0,0 3 0,5-5 0,-2-1 0,-6 2 0,1-3 0,4 23 0,-1-35 0,13-4 0,0-12 0,0 12 0,0 4 0,0 10 0,0 21 0,0-9 0,0 8 0,7-11 0,7 1 0,2-1 0,4 0 0,-5 0 0,-1 0 0,1 12 0,0-9 0,-1-1 0,-6-4 0,4-7 0,-5 0 0,0-3 0,5 1 0,-10-8 0,4 8 0,-6-17 0,5 5 0,-3-12 0,3 5 0,-5-8 0,0 1 0,0 0 0,0-1 0,0 1 0,0 7 0,0-6 0,0 7 0,0-1 0,0-6 0,0 13 0,0-5 0,0 0 0,-5 5 0,3-12 0,-8 12 0,3-5 0,-4 0 0,4-2 0,-2 0 0,3-5 0,-1 12 0,-1-12 0,3-1 0,-4-2 0,4-5 0,-3 0 0,8 12 0,-7-15 0,6 14 0,-7-10 0,7-1 0,-3 4 0,0-9 0,3 4 0,-2-5 0,3 5 0,0-4 0,0 9 0,0-9 0,0 9 0,0-9 0,0 10 0,0-10 0,0 4 0,0 0 0,0 1 0,4 6 0,6-1 0,1 1 0,8 0 0,-4-1 0,5 1 0,-1-5 0,-3 4 0,10-2 0,-9 3 0,10 2 0,-7-2 0,1 7 0,-1-10 0,2 9 0,-7-11 0,11 7 0,-9-2 0,10 2 0,-5 5 0,6-4 0,-3 12 0,5-4 0,-6 5 0,5-5 0,-3 4 0,3-4 0,-5 5 0,0 0 0,3 10 0,-3-8 0,2 8 0,-2-10 0,1 0 0,-3-7 0,-1-2 0,1 0 0,0 2 0,2 7 0,6-5 0,-5 4 0,3-12 0,-7 4 0,-1-7 0,0 0 0,0-1 0,-5 1 0,3 0 0,5 1 0,-1-1 0,5 2 0,-12-2 0,3-5 0,-2-1 0,3-4 0,-4-4 0,10 9 0,-8-4 0,20 21 0,-4 1 0,9 10 0,-7-4 0,6 4 0,-15-6 0,15 5 0,-17-13 0,8 9 0,-15-9 0,4-1 0,-3 7 0,2-14 0,4 14 0,-7-7 0,3 1 0,-1 6 0,3-6 0,-3 7 0,3 0 0,-8 0 0,7-7 0,-3 5 0,-1-5 0,5 7 0,-8 1 0,9-1 0,-10 0 0,12 10 0,-6-8 0,2 8 0,2-10 0,-9 9 0,9-6 0,-3 6 0,0 1 0,5 2 0,-11 0 0,7 6 0,-8-6 0,6 0 0,-4 7 0,3-16 0,-10 6 0,2-9 0,-8 0 0,3 1 0,0-1 0,-3-7 0,8 5 0,-8-12 0,8 5 0,-9 0 0,7-6 0,-7 6 0,9 0 0,-4-5 0,6 12 0,-1-5 0,1 7 0,0 0 0,0 1 0,0-1 0,0 0 0,-1-7 0,1 5 0,-1-5 0,1 7 0,0 0 0,-5 10 0,5 2 0,-11 9 0,6-9 0,-7 7 0,0 4 0,0-8 0,0 15 0,0-18 0,6 9 0,-4-9 0,4-3 0,-6-9 0,5 1 0,1-9 0,0 7 0,3-14 0,-3 6 0,-1-7 0,5 7 0,-4-5 0,0 5 0,2-13 0,-3 4 0,4-3 0,0-1 0,5 4 0,-5-9 0,0 4 0,-5-5 0,15 15 0,5 4 0,18 16 0,12 3 0,-9-2 0,19 5 0,-13-12 0,4 7 0,1-14 0,-12 12 0,3-14 0,5 16 0,-12-17 0,30 19 0,-36-21 0,34 22 0,-22-4 0,16-1 0,-7 10 0,4-13 0,-13 5 0,7 2 0,0 0 0,-10-11 0,9 9 0,-12-10 0,0 1 0,-1-3 0,-10-9 0,8 9 0,-7-8 0,2 6 0,2-6 0,-5-2 0,7 2 0,0 0 0,0 1 0,-7-8 0,6 6 0,-14-12 0,14 12 0,-7-5 0,1-1 0,-2 4 0,-7-6 0,7 2 0,-6 1 0,7-6 0,-9 3 0,1-6 0,7 2 0,2 0 0,7 1 0,-7-1 0,5 1 0,-5-1 0,7 1 0,10-5 0,2 5 0,-1-11 0,8 6 0,-7-1 0,21-4 0,-9 4 0,8-6 0,-11 0 0,1 0 0,-1 0 0,0 0 0,11-7 0,-8 5 0,0-16 0,-5 9 0,-17-9 0,8 5 0,-10 6 0,-7-7 0,5 7 0,-12-3 0,12-1 0,-5-1 0,7-2 0,-7-2 0,-2 5 0,-8 1 0,1 0 0,0 1 0,7-2 0,2 0 0,7-1 0,0 5 0,0-4 0,1 4 0,-1-10 0,0 9 0,0-8 0,0 15 0,-7-5 0,6 6 0,-14 0 0,13 0 0,-12 0 0,5 0 0,-7 0 0,-1 0 0,1 0 0,7 0 0,-5 0 0,12 0 0,-5 6 0,0-5 0,5 10 0,-5-5 0,0 5 0,-2 0 0,0-5 0,-6 2 0,6-2 0,-7-1 0,7 5 0,-5-4 0,12 0 0,-13 3 0,6-8 0,-7 4 0,0-1 0,-6-3 0,-1 3 0,-5-4 0,-1 0 0,6 0 0,2 0 0,4 0 0,-4 0 0,3 0 0,-9 0 0,9 0 0,-9-3 0,4-1 0,-5-4 0,0-5 0,-3 4 0,-1-4 0,-4 0 0,0-1 0,0 0 0,0-5 0,0 5 0,0-6 0,0 1 0,0-1 0,0 0 0,0 1 0,0-9 0,0 0 0,0-9 0,6 1 0,-1 7 0,7-5 0,-2 12 0,1-5 0,-5 0 0,2 6 0,-1-13 0,4 5 0,4 0 0,-2-6 0,2 14 0,0-6 0,-3 0 0,2 5 0,3-12 0,-1 13 0,3-14 0,1 6 0,-6-7 0,9 0 0,-10 0 0,4 0 0,-4-10 0,0 7 0,-6-15 0,-1 15 0,-6-16 0,0 7 0,0-9 0,0 0 0,0 0 0,0 0 0,0-1 0,0 1 0,-7 0 0,-1 0 0,-6 0 0,0 0 0,0-1 0,-7 1 0,5 0 0,-5 0 0,7 0 0,0-1 0,0 1 0,-7 0 0,5 0 0,-6-12 0,8 9 0,-2-20 0,0 9 0,0 0 0,0-9 0,2 20 0,5-20 0,-4 20 0,5-8 0,-15-1 0,7 9 0,-8-20 0,3 20 0,4-20 0,-5 9 0,6 0 0,-7-9 0,5 9 0,-11-1 0,11-8 0,-9 20 0,10-8 0,-5-1 0,7-2 0,-9-12 0,13 1 0,-11-1 0,12-13 0,0 10 0,-5-10 0,5 13 0,1 1 0,-7-14 0,7 10 0,-1-10 0,-5 13 0,7 12 0,-18-22 0,9 29 0,-7-17 0,10 23 0,-7 1 0,5 0 0,2 0 0,3 16 0,10-2 0,-3 21 0,4 0 0,-6-3 0,-6 1 0,-18-33 0,-8-5 0,-3-9 0,-6-9 0,14 9 0,-14-12 0,12 1 0,-4 10 0,9 4 0,-1-1 0,8 9 0,-6-8 0,7 11 0,-7-1 0,1 1 0,-1 0 0,-1-12 0,1 9 0,-11-12 0,-1 2 0,-8 2 0,-1-5 0,-11-5 0,9 8 0,-6 2 0,2 5 0,19 20 0,-25-20 0,33 24 0,-22-14 0,25 16 0,-12 4 0,13-2 0,-13 1 0,17-3 0,-8 5 0,13 5 0,-4 12 0,0-4 0,1 4 0,4 1 0,-3-5 0,4 5 0,-13-2 0,5-3 0,-5 3 0,7 0 0,1-2 0,-8 0 0,-12-6 0,1 0 0,-17-4 0,-17-11 0,18 9 0,-30-20 0,31 12 0,-13-12 0,-12-11 0,34 23 0,1-1 0,-29-25 0,31 23 0,1 1 0,-16-8 0,-3-24 0,-5 19 0,13-19 0,-14 14 0,6-1 0,4 5 0,-9 5 0,19 5 0,-6 7 0,12 4 0,3 9 0,0 5 0,7 3 0,2 5 0,7 6 0,-7 0 0,-2 0 0,-16-3 0,6-9 0,-6 2 0,9-8 0,-10 3 0,-13-9 0,-1 0 0,-9 5 0,22-1 0,1 5 0,10-4 0,0 0 0,-10 4 0,8 2 0,-8 0 0,17 5 0,-5-4 0,12 7 0,-12-7 0,12 5 0,-12-5 0,5 1 0,-7 2 0,7-6 0,-5 7 0,5-3 0,0 5 0,-5-1 0,5 1 0,-7-1 0,-1 0 0,1 0 0,0 0 0,0 0 0,0 5 0,-1-3 0,1 3 0,0-5 0,7 5 0,-5-4 0,5 5 0,-7-6 0,0 5 0,7-3 0,2 5 0,0-1 0,-2-4 0,0 9 0,2-9 0,0 9 0,5-7 0,-12 6 0,12-6 0,-5 7 0,8-8 0,-1 8 0,0-8 0,1 8 0,-8-3 0,5 4 0,-5-5 0,7 4 0,1-3 0,-1-1 0,0 4 0,1-3 0,-1-1 0,-7 4 0,6-3 0,-6 0 0,12 3 0,-3-8 0,9 8 0,-4-4 0,5 2 0,1 2 0,-1-6 0,0 6 0,1-5 0,-1 5 0,1-6 0,-1 6 0,0-2 0,1-1 0,-1 4 0,0-4 0,1 4 0,-1-3 0,1 2 0,-1-2 0,0 3 0,1 0 0,-1 0 0,1 0 0,-1 0 0,0 0 0,1 0 0,-6 0 0,4 0 0,-4 0 0,5 0 0,1 0 0,-1 0 0,0 0 0,1 0 0,-1 0 0,0 0 0,1 0 0,-1 0 0,1 0 0,-1 0 0,0 0 0,1 0 0,-1 0 0,0 0 0,1 0 0,-1 0 0,1 0 0,-1 0 0,0 0 0,1 0 0,-1 0 0,0 0 0,1 0 0,-1 0 0,4 3 0,-3-2 0,3 2 0,0 1 0,-3-4 0,3 4 0,0-1 0,-3-2 0,3 6 0,-4-6 0,0 5 0,1-5 0,2 6 0,-1-6 0,5 6 0,-6-6 0,3 5 0,0-1 0,-3-1 0,6 3 0,-2-3 0,3 0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1:01:08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5885 3483 24575,'-16'-21'0,"3"1"0,-9-2 0,3 2 0,4 1 0,-5 3 0,5-2 0,-4 2 0,9 2 0,-4-4 0,6 9 0,-6-10 0,5 10 0,-4-4 0,5 1 0,-5-3 0,6-4 0,-10 3 0,10-2 0,-8-5 0,5 1 0,-2-12 0,-3 13 0,3-14 0,-3 14 0,3-14 0,-4 6 0,-1 1 0,-1-7 0,-11 3 0,14 3 0,-18-18 0,7 13 0,-3-12 0,-3 7 0,6-7 0,1 7 0,-3-15 0,3 15 0,-9-9 0,13 11 0,-18-5 0,16-5 0,-10 6 0,9 3 0,0 3 0,4 14 0,-4-14 0,4 14 0,-1-6 0,1 7 0,0 0 0,0 1 0,5-1 0,-3 0 0,2 1 0,1-1 0,-4 5 0,4-4 0,0 4 0,-4-5 0,4 0 0,-1-7 0,-3 10 0,2-9 0,-2 11 0,-1 0 0,0-4 0,1 4 0,-1 0 0,-7-6 0,-2 9 0,-7-11 0,-10 2 0,8-4 0,-8 5 0,10-3 0,-13-7 0,0 1 0,-3-7 0,-3 8 0,7 1 0,-9-1 0,9 1 0,-7-1 0,14-5 0,-5 5 0,-3-7 0,11 11 0,-11-11 0,12 9 0,5-5 0,-2 13 0,17-1 0,-9 12 0,16-2 0,-3 9 0,5 0 0,-5-9 0,-8-4 0,-8-3 0,-10-16 0,9 18 0,-7-17 0,-2 11 0,8-2 0,-22-6 0,22 11 0,-24-10 0,17 8 0,-8-2 0,10 4 0,7 5 0,-5 1 0,5 0 0,-7-1 0,0-1 0,-1 1 0,8-3 0,-5 2 0,13-1 0,-14-4 0,6 6 0,1-9 0,-7 8 0,-3-10 0,-1 4 0,-6-7 0,9 2 0,-1 5 0,1-4 0,0 5 0,0-7 0,0 7 0,7-3 0,-6 3 0,14 2 0,-6 0 0,0 5 0,5-4 0,-5 3 0,8-2 0,-1 4 0,0 1 0,-7-2 0,6 1 0,-6-1 0,7 1 0,0 0 0,1 0 0,4 1 0,-10-1 0,14 2 0,-15 1 0,5-1 0,-1 2 0,-5-5 0,7 1 0,1 1 0,-8 3 0,5-3 0,-12 3 0,12-4 0,-12-2 0,12 6 0,-5-4 0,0 9 0,6-7 0,-14 7 0,14-8 0,-6 8 0,7-4 0,-7 0 0,6 4 0,-1-5 0,4 6 0,-4-5 0,1 4 0,-7-5 0,9 2 0,-1 3 0,0-4 0,-7 0 0,6 4 0,-6-5 0,0 6 0,5 0 0,-12 0 0,12 0 0,-12 0 0,13 0 0,-6 0 0,12 0 0,-3 0 0,4 0 0,-1 0 0,-3 0 0,4 0 0,-1 0 0,2 0 0,6 0 0,-6 5 0,4-1 0,-4 5 0,5-2 0,1 1 0,-6 1 0,4-2 0,-4 2 0,5-1 0,0-1 0,1 1 0,-1 0 0,1-1 0,-1 1 0,0-1 0,1 1 0,-1 0 0,0-1 0,1 1 0,-2 5 0,-4-3 0,2 8 0,-2-8 0,3 9 0,2-10 0,0 4 0,-1 0 0,1-4 0,3 9 0,-2-9 0,3 4 0,-5 0 0,5-4 0,-4 4 0,3 0 0,0 1 0,-3 6 0,2-1 0,-3-4 0,4 3 0,-3-4 0,4 1 0,-1 3 0,-3-4 0,2 6 0,-3 0 0,3-6 0,-3 4 0,8-3 0,-7 4 0,1 8 0,-3-5 0,4 5 0,-2-13 0,7 5 0,-2-5 0,-2 6 0,4-6 0,-7-1 0,8 0 0,-4-4 0,1 4 0,2 0 0,-6-4 0,6 4 0,-6 0 0,5-4 0,-5 4 0,6-6 0,-7 6 0,7-4 0,-3 4 0,0-5 0,0 0 0,0-1 0,-3 1 0,6-1 0,-2 1 0,-1 0 0,0-1 0,0 1 0,-3-1 0,6 1 0,-6 5 0,5-4 0,-5 4 0,1 0 0,-1-4 0,-3 9 0,1-3 0,4 4 0,-4 1 0,8 0 0,-8-1 0,8-4 0,-3 10 0,0-14 0,3 15 0,-2-12 0,3 6 0,-4 0 0,3-1 0,-4 1 0,5 0 0,-4-1 0,3 8 0,-4-5 0,1 5 0,3 0 0,-8-6 0,8 6 0,-8-7 0,8 0 0,-8-1 0,8 8 0,-3-5 0,4 5 0,0 0 0,0-5 0,-5 12 0,3-5 0,-3 0 0,5 5 0,-5-5 0,3 7 0,-3 0 0,5 0 0,0 1 0,0-1 0,0 0 0,0 10 0,0-8 0,0 8 0,0-10 0,0 0 0,5 0 0,2 0 0,5 1 0,-5-9 0,3 7 0,-3-6 0,0 7 0,-2 0 0,0 0 0,-3 0 0,3 1 0,-5-1 0,0 0 0,0 0 0,0 0 0,0 1 0,0-1 0,0 0 0,0 0 0,0 10 0,0-8 0,0 8 0,0-17 0,0 5 0,0-5 0,0 0 0,0-2 0,0 0 0,0-6 0,0 6 0,-4-7 0,-2 0 0,1-1 0,-4 1 0,8 0 0,-8-1 0,4 1 0,-1 0 0,-2-1 0,7 1 0,-8 0 0,8 0 0,-4-1 0,1 1 0,3-6 0,-8 5 0,8-5 0,-3 0 0,4-1 0,0 0 0,0-4 0,0 4 0,0-5 0,0 5 0,-4-4 0,3 4 0,-2 0 0,3 1 0,0 0 0,0 5 0,0-5 0,-4 6 0,3-6 0,-4-1 0,5-5 0,0-1 0,-3-3 0,11 0 0,7-4 0,6 4 0,6 2 0,0 4 0,-5 1 0,5-1 0,-8 0 0,1 0 0,0 0 0,-6-1 0,4 5 0,-3-4 0,-1 3 0,4-4 0,-9-1 0,10 2 0,-5-1 0,0 0 0,5 0 0,-5 0 0,0 0 0,12 2 0,-10 2 0,11-1 0,-13 1 0,12-2 0,-10-2 0,11 6 0,-7-4 0,7 10 0,-5-10 0,12 11 0,-13-6 0,6 6 0,0-6 0,-5 3 0,12-1 0,-12 3 0,5 0 0,-7-1 0,7 2 0,-6-2 0,2 1 0,-5-5 0,-2 2 0,3-2 0,1-1 0,-5 3 0,4-2 0,-4 3 0,0-4 0,3 3 0,-8-4 0,8 6 0,-8-6 0,4 5 0,0-5 0,-4 6 0,5-1 0,-1 1 0,-3 0 0,3 0 0,-3 7 0,-1-6 0,7 13 0,-5-12 0,4 5 0,-2-7 0,-3-1 0,3 1 0,2 7 0,-4-5 0,8 5 0,-8 0 0,7-6 0,-6 13 0,1-12 0,-2 12 0,-2-12 0,2 12 0,-2-12 0,2 12 0,-2-12 0,1 5 0,0 0 0,-1-6 0,2 14 0,-2-14 0,2 13 0,-1-5 0,1 7 0,0 1 0,-1-8 0,1 5 0,-2-13 0,1 6 0,-1-7 0,-1 0 0,0-6 0,1 4 0,-2-9 0,1 10 0,1 2 0,0 1 0,1 5 0,-1-7 0,0-1 0,0 1 0,-1 0 0,-3-6 0,2-1 0,-8-5 0,7-1 0,3-3 0,0 9 0,8-2 0,-7 8 0,8 1 0,-4-5 0,1 4 0,-3-9 0,-4 8 0,5-4 0,-4 1 0,8 3 0,-9-9 0,5 9 0,-1-8 0,2 9 0,1-4 0,2 5 0,-2 0 0,-1-1 0,3-3 0,-2 2 0,3-3 0,-3 5 0,4 7 0,-8-5 0,8 5 0,-9-8 0,8 1 0,-4 0 0,0-1 0,0 1 0,-1-5 0,-3 4 0,2-9 0,1 8 0,-5-9 0,4 4 0,0 0 0,-4-4 0,4 4 0,-6-5 0,6 0 0,2 1 0,-1 0 0,4-4 0,-3 3 0,4-7 0,1 4 0,0-1 0,-1-3 0,1 3 0,0 1 0,7-4 0,-6 8 0,14-8 0,-14 3 0,6 0 0,0 3 0,2-1 0,0 3 0,5-2 0,-5-1 0,0 3 0,5-2 0,-12 3 0,5 1 0,-7-2 0,-1-3 0,1 3 0,-6-5 0,5 1 0,-10 2 0,9-6 0,-4 7 0,1-7 0,-2 3 0,0 1 0,-4-4 0,9 7 0,-9-6 0,9 6 0,-9-7 0,4 7 0,0-7 0,-4 2 0,9 2 0,-3 0 0,-1 1 0,4-2 0,-3-4 0,-1 3 0,4-2 0,-3 3 0,-1-1 0,4-2 0,-3 2 0,4 2 0,1 0 0,0 1 0,-1 2 0,1-2 0,0 4 0,-1-5 0,1 4 0,0-8 0,-6 7 0,4-7 0,-9 2 0,4-3 0,-5 0 0,5 0 0,1 0 0,13 0 0,-5 0 0,5 4 0,-7-3 0,-1 4 0,8-5 0,-5 4 0,5-3 0,-7 4 0,-1-1 0,1-3 0,0 3 0,-1-4 0,1 0 0,0 0 0,-1 0 0,1 0 0,0 0 0,-1 0 0,-4 0 0,3 0 0,-4 0 0,6 0 0,0 0 0,-1 0 0,1 0 0,7 0 0,-5 0 0,5 0 0,-8 0 0,8 0 0,-5 0 0,5 0 0,-7 0 0,-1 0 0,1 0 0,0 0 0,-1 0 0,1 0 0,0 0 0,-1 0 0,8 6 0,-11-5 0,10 5 0,-4-6 0,-1 0 0,6 0 0,-7 0 0,0 4 0,-1-3 0,-4 3 0,3-4 0,-4 0 0,6 0 0,0 5 0,-1-4 0,1 3 0,-6 0 0,5-4 0,-5 4 0,6 0 0,-1-3 0,1 4 0,0-1 0,0-3 0,-1 4 0,1-1 0,0-3 0,-1 8 0,1-8 0,0 8 0,-1-8 0,-4 6 0,3-6 0,-4 3 0,6-4 0,0 4 0,-1-3 0,1 4 0,0-5 0,-1 4 0,8-3 0,-5 8 0,5-8 0,-7 3 0,-1-4 0,1 0 0,0 0 0,-6 0 0,4 0 0,-3 0 0,-1 0 0,4 0 0,4 0 0,-6 0 0,17 0 0,-9 0 0,4 0 0,0 0 0,-9 0 0,8 0 0,-5 0 0,5 0 0,-8 0 0,1-4 0,0 3 0,-1-8 0,1 4 0,0-5 0,0 0 0,-1 0 0,1 0 0,0 0 0,7-1 0,-6 6 0,13-11 0,-12 9 0,5-5 0,-7 3 0,-1 4 0,1-5 0,0 4 0,-1-2 0,-4 6 0,3-6 0,-4 7 0,6-4 0,-6 2 0,-1 2 0,0-2 0,-4-1 0,10 3 0,-5-2 0,0 3 0,5 0 0,-5 0 0,6-4 0,-1 3 0,1-4 0,0 5 0,-6-3 0,4 2 0,-3-2 0,4-2 0,1 4 0,0-3 0,-1 4 0,1-5 0,-6 4 0,5-3 0,-10 0 0,4 4 0,0-4 0,1 4 0,6-4 0,-1-2 0,1-3 0,0 3 0,-1-3 0,1 4 0,-6-4 0,5 4 0,-9-7 0,3 6 0,-4-7 0,-2 5 0,2-4 0,0-3 0,-4 1 0,4-4 0,-8 9 0,7-4 0,-7 5 0,2-5 0,0 4 0,-2-4 0,3 5 0,-4 1 0,0-1 0,0-5 0,0 4 0,0-9 0,0 9 0,0-9 0,0 3 0,0-4 0,0-1 0,0 0 0,0 1 0,0-1 0,0 0 0,0 1 0,0-1 0,0-7 0,0 5 0,0-5 0,0 8 0,0-1 0,0 0 0,0-7 0,0 11 0,0-10 0,0 5 0,3 5 0,-2-10 0,2 12 0,-3-10 0,5 4 0,-4-3 0,3 3 0,-4 1 0,0-9 0,4 7 0,-3-6 0,4 0 0,0-2 0,-3-7 0,8 0 0,-8 7 0,8-6 0,-8 7 0,8-9 0,-8 9 0,8-7 0,-8 14 0,9-14 0,-10 14 0,9-6 0,-9 0 0,7 5 0,-6-5 0,6 8 0,-7 4 0,4-3 0,-1 4 0,-3-1 0,8-3 0,-8 9 0,3-9 0,-4 3 0,0 1 0,0-4 0,0 9 0,0-10 0,0 5 0,0-6 0,0 1 0,0-1 0,0 0 0,0 1 0,0-1 0,-4 0 0,-1 1 0,-5-1 0,-4 0 0,3 0 0,-4 1 0,1-1 0,-1 0 0,-7-7 0,2 6 0,3-6 0,-2 7 0,4 0 0,-5 1 0,-2-8 0,2 5 0,3-5 0,-2 8 0,4-1 0,-5 5 0,1-4 0,3 4 0,-2-5 0,3 0 0,-5 5 0,5-4 0,-4 8 0,4-7 0,-5 3 0,5-5 0,-4 5 0,4-4 0,-5 8 0,5-8 0,-4 9 0,8-9 0,-7 4 0,7-5 0,-8 0 0,8 1 0,-3-1 0,0 0 0,3 1 0,-3-1 0,-1 0 0,5 1 0,-4 4 0,5-3 0,0 4 0,-5-6 0,3 0 0,-4 0 0,6 1 0,-1-1 0,-4 0 0,4 6 0,-4-4 0,5 3 0,-1-4 0,0-1 0,-4 5 0,3-4 0,-2 9 0,3-8 0,2 9 0,0-4 0,-1 0 0,1 4 0,3-4 0,-3 0 0,4 4 0,-5-4 0,2 6 0,-2-6 0,1 4 0,-1-4 0,5 0 0,-4-2 0,4 1 0,-1 1 0,-3 0 0,4 4 0,-6-9 0,5 9 0,-2-4 0,1 0 0,2 4 0,-4-4 0,4 5 0,-4 1 0,4-1 0,-3 0 0,3 1 0,0-1 0,-3 1 0,3-1 0,-4 0 0,4 1 0,-4-6 0,7 4 0,-7-4 0,8 5 0,-7 0 0,6 1 0,-6-1 0,6 1 0,-5-1 0,0-5 0,2 4 0,-5-9 0,8 3 0,-3 1 0,4 1 0,-4 5 0,3 1 0,-5-1 0,5 1 0,-6-1 0,6 0 0,-6 1 0,7-1 0,-4 4 0,4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1:04:46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4579 114 24575,'-19'0'0,"-3"0"0,8 0 0,-13-5 0,5 3 0,-12-8 0,5 3 0,-7-5 0,7 1 0,-5-1 0,12 6 0,-12-4 0,12 4 0,-5-1 0,0-2 0,-1 7 0,-1-3 0,2 5 0,7-4 0,-7 2 0,11-2 0,-10 4 0,12 0 0,-6 0 0,0 0 0,1 0 0,-1 0 0,6 0 0,-5 0 0,5 0 0,-6 4 0,1 2 0,-1 4 0,0 0 0,1-1 0,-1 1 0,0 0 0,1 4 0,-1-3 0,6 3 0,-5-1 0,5-3 0,-6 9 0,1-8 0,-1 3 0,0 0 0,6-4 0,-4 9 0,3-9 0,1 3 0,1-5 0,0 1 0,-1 4 0,-1-3 0,2 3 0,6-5 0,-1-1 0,-5 2 0,4-1 0,-4 1 0,0-1 0,4 0 0,-9 2 0,9-3 0,-9 3 0,9-2 0,-10 2 0,5-2 0,-6 2 0,6-1 0,-4 1 0,3-1 0,-4 0 0,-1-3 0,0 3 0,6-5 0,-4 1 0,3 3 0,-4-7 0,-1 8 0,6-8 0,-5 3 0,5-4 0,-13 6 0,5-5 0,-5 4 0,0-5 0,-1 0 0,-9 0 0,1 6 0,0-5 0,0 4 0,0-5 0,7 0 0,-6 0 0,6 0 0,1 0 0,1 0 0,7 0 0,-7 0 0,11 0 0,-10 0 0,17 0 0,-9 0 0,9-3 0,-10 2 0,10-6 0,-4 7 0,1-8 0,3 3 0,-4 0 0,0-3 0,4 4 0,-4-1 0,0-3 0,4 3 0,-4-3 0,5 0 0,0 1 0,-4-2 0,3 1 0,-5-6 0,6 5 0,-6-5 0,8 1 0,-11 2 0,11-2 0,-8-1 0,6 5 0,0-4 0,3 5 0,-2-5 0,2 4 0,-3-4 0,0 6 0,4-1 0,-3 1 0,3-1 0,-4 0 0,0 1 0,1-1 0,-1 0 0,-5 4 0,-1-4 0,0 4 0,1-1 0,0-3 0,4 7 0,-4-3 0,5 4 0,-5 0 0,-1 0 0,-6 0 0,6 0 0,-5 0 0,5 0 0,-6 0 0,6 0 0,-4 0 0,3 0 0,-4 0 0,-1 4 0,0 1 0,6 4 0,-4 1 0,3-6 0,1 4 0,-4-3 0,9 3 0,-4 1 0,0-1 0,4 0 0,-9 2 0,8 3 0,-4-3 0,0 4 0,5-6 0,-9 1 0,9-1 0,-5 6 0,1-4 0,3 3 0,-3-4 0,0 0 0,3 4 0,-3-3 0,4 3 0,2-6 0,-1 1 0,0 0 0,1-1 0,-1 1 0,1 0 0,-1-1 0,0 1 0,1-1 0,-1 1 0,0 0 0,1-1 0,-1 1 0,1-4 0,-6 4 0,4-7 0,-4 7 0,5-4 0,0 0 0,1 3 0,-1-6 0,1 6 0,-1-7 0,0 7 0,1-3 0,-1 4 0,4 0 0,-3-1 0,3 1 0,-4 0 0,1-1 0,-1 1 0,0-1 0,1 1 0,-1 0 0,0-1 0,1 1 0,3-1 0,-3 1 0,3 0 0,-4-1 0,-5 2 0,4-1 0,-4 0 0,0 1 0,-1 0 0,-1-4 0,-10 5 0,9-9 0,-19 5 0,6-6 0,1 0 0,-7 0 0,6 0 0,0 0 0,2 0 0,8 0 0,-1 0 0,0 0 0,1 0 0,-1 0 0,0 0 0,1 0 0,-1 4 0,0-3 0,1 8 0,4-8 0,-10 9 0,8-4 0,-4 3 0,8 0 0,0 0 0,4-2 0,-4 2 0,0 4 0,4-4 0,-5 9 0,6-9 0,-6 10 0,5-10 0,-9 9 0,9-9 0,-5 9 0,1-8 0,3 3 0,-3-4 0,4 4 0,-4-3 0,2 9 0,-8-9 0,4 9 0,1-9 0,-5 8 0,10-9 0,-9 5 0,4 0 0,-6 1 0,0 0 0,5 4 0,-3-8 0,2 7 0,-3-7 0,4 2 0,2-4 0,6-1 0,-6 0 0,3 5 0,-3-3 0,7 3 0,0-5 0,1 0 0,1-1 0,1 1 0,3-1 0,0 1 0,0 0 0,0-1 0,0 1 0,0 0 0,0-1 0,0 1 0,0 5 0,0-4 0,4 9 0,1-9 0,3 4 0,1 0 0,4-3 0,2 9 0,5-4 0,0 0 0,-1-1 0,-4-5 0,10 7 0,-9-5 0,11 9 0,-7-9 0,0 3 0,0 1 0,-1-4 0,1 3 0,-5 0 0,-2-4 0,1 4 0,-5-6 0,5 6 0,-6-5 0,2 9 0,3-4 0,-3 1 0,4 3 0,-5-4 0,1 6 0,-1 0 0,1-1 0,0 1 0,1 7 0,3-5 0,-2 5 0,3-8 0,-5 8 0,5-5 0,-2 12 0,1-12 0,1 5 0,-3 0 0,4 2 0,-1-1 0,-3-1 0,2-7 0,3 7 0,-6-5 0,5 5 0,-2-12 0,-3 4 0,3-9 0,-6 3 0,5 0 0,2-4 0,0 10 0,3-4 0,-2 5 0,11 2 0,-6-7 0,6 6 0,-7-6 0,0 1 0,-1 2 0,1-2 0,0-1 0,-1-1 0,1 0 0,0-3 0,-1 3 0,1 1 0,0-4 0,-5 7 0,4-2 0,-9-2 0,8 4 0,-8-4 0,8 2 0,-7 2 0,8-2 0,-8 3 0,8 1 0,-4 0 0,5-1 0,-5 1 0,3 0 0,-2-1 0,3 1 0,-3 0 0,2 0 0,-2-1 0,3 1 0,1 0 0,0-1 0,-1-3 0,1 2 0,-6-8 0,5 4 0,-5-5 0,0 0 0,5 0 0,-10-1 0,4 1 0,0-1 0,1 1 0,6 1 0,-6-1 0,4 1 0,-3-6 0,-1 4 0,4-3 0,-3 0 0,-1 2 0,4-6 0,-9 6 0,10-6 0,-5 2 0,6 1 0,-1-2 0,-4 2 0,10 1 0,-9-3 0,11 3 0,-7-5 0,0 0 0,-1 4 0,1-3 0,7 4 0,-5-5 0,5 0 0,0 0 0,2 0 0,7 0 0,-7 4 0,5-3 0,-5 4 0,7 0 0,0-4 0,0 10 0,1-10 0,-1 10 0,0-9 0,0 8 0,0-8 0,-7 3 0,6 0 0,-6-3 0,-1 3 0,7-5 0,-14 0 0,14 0 0,-14 0 0,13 0 0,-5 0 0,0 0 0,6 0 0,-7 0 0,9 0 0,-1 0 0,0 0 0,10-6 0,-15 4 0,12-10 0,-14 6 0,7-1 0,1-4 0,-8 10 0,5-10 0,-13 10 0,1-8 0,-4 8 0,-3-7 0,4 3 0,-4 0 0,3-4 0,-9 8 0,9-4 0,-9 2 0,10 2 0,-5-2 0,0 3 0,5-5 0,-10 4 0,4-3 0,0 0 0,1 2 0,6-2 0,-6 4 0,4 0 0,-3 0 0,4 0 0,1 0 0,0 0 0,-1 0 0,1 0 0,7 0 0,-5 0 0,12 0 0,-5 0 0,0 0 0,5 0 0,-5 0 0,7 0 0,-7 0 0,5 0 0,-18 0 0,17 0 0,-16 0 0,10 0 0,-8 0 0,8 0 0,-5 0 0,5 0 0,0 0 0,-6 0 0,6 0 0,-7 0 0,0 0 0,7 0 0,-6 0 0,14 0 0,-14 0 0,14 0 0,-14 0 0,13 0 0,-5 0 0,0 0 0,-2 0 0,0 0 0,-5 0 0,5 0 0,-8 0 0,1 0 0,0 0 0,-1 0 0,1 0 0,0 0 0,-1 0 0,1 0 0,7 0 0,-5 0 0,-1 0 0,-2 0 0,-5 0 0,6-4 0,-1 3 0,-4-4 0,-2 2 0,-6 2 0,1-2 0,0 3 0,-1 0 0,1 0 0,-1 0 0,1 0 0,0 0 0,-1 0 0,1 0 0,0 0 0,-1-4 0,-3 0 0,0-4 0,-4 1 0,0-1 0,0-5 0,0-1 0,0-13 0,0 5 0,0-12 0,0 5 0,0 0 0,0-5 0,-6 5 0,5 0 0,-10-5 0,10 12 0,-4-12 0,5 18 0,-5-10 0,4 12 0,-3-13 0,4 5 0,0-5 0,0 7 0,0-7 0,0 6 0,0-6 0,0 7 0,0-7 0,0 6 0,0-6 0,0 0 0,0 5 0,0-12 0,0 5 0,-5 0 0,4 2 0,-3 7 0,-1-7 0,-1 6 0,-1-6 0,-1 7 0,7 0 0,-7 6 0,7-4 0,-7 3 0,7-4 0,-8-1 0,8 0 0,-6 6 0,6-4 0,-6 9 0,2-10 0,0 5 0,-3 0 0,8-5 0,-7 10 0,2-9 0,-3 9 0,3-9 0,-8 4 0,8-1 0,-9-3 0,1 4 0,3-1 0,-4-3 0,0 4 0,5-1 0,-5-3 0,6 9 0,-6-9 0,4 3 0,-4-4 0,5 4 0,-1-3 0,2 9 0,-1-9 0,0 3 0,-1-4 0,4 4 0,-2-3 0,2 4 0,-4-6 0,1 0 0,3-7 0,-3 6 0,4-6 0,-5 7 0,0 0 0,5 1 0,-4-1 0,4 0 0,-5 1 0,0-1 0,4 0 0,-2 1 0,7-1 0,-9-7 0,8 5 0,-7-5 0,8 8 0,-4 4 0,1-3 0,3 4 0,-4-6 0,5 0 0,-3 6 0,2-4 0,-2 9 0,3-4 0,-5 0 0,4 4 0,-3-4 0,4 0 0,0 4 0,0-4 0,-4 0 0,3 4 0,-4-4 0,5 0 0,0-1 0,0-6 0,0 0 0,0 1 0,0-8 0,0 5 0,0-5 0,0 7 0,0 1 0,0-1 0,0 6 0,0-5 0,0 10 0,0-4 0,0 6 0,4-1 0,-4 1 0,4-6 0,-4 4 0,0-4 0,0 5 0,0 0 0,0 1 0,0-1 0,0 0 0,0 1 0,0-1 0,0-5 0,0-1 0,0-6 0,0 1 0,0-1 0,0 0 0,0 1 0,0 4 0,0-3 0,0 9 0,0-4 0,0 5 0,0 1 0,0-1 0,0 0 0,0 1 0,0-1 0,0 1 0,0-1 0,0 0 0,0 1 0,0-1 0,0 0 0,0 1 0,0-1 0,0 1 0,0-1 0,0 0 0,0 1 0,0-1 0,0 1 0,0-1 0,0 0 0,0 1 0,0-1 0,0 0 0,-4 1 0,4 3 0,-4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2:07:2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5959 24575,'45'0'0,"-6"0"0,16 0 0,4-8 0,1 6 0,13-27 0,-4 23 0,-5-22 0,5 26 0,-12-10 0,-9 10 0,6-11 0,-6 12 0,0-5 0,7 6 0,-7-7 0,20-2 0,4-6 0,-1-7 0,-2 5 0,-22-3 0,8 6 0,-16 2 0,6-1 0,-8 1 0,-1 5 0,0-4 0,-7 6 0,5-2 0,-5-3 0,7 4 0,0-6 0,1 5 0,-1-4 0,-7 6 0,5-2 0,-5-3 0,0 5 0,5-2 0,-12-2 0,5 4 0,-8 0 0,1-4 0,7 2 0,-5 2 0,12-6 0,-13 10 0,6-9 0,-7 9 0,0-4 0,-1 1 0,1 3 0,0-8 0,7 3 0,-6-4 0,6 3 0,-7-2 0,0 8 0,-1-7 0,-4 6 0,3-2 0,-9 1 0,4 2 0,0-3 0,-4 4 0,4 0 0,-5 0 0,-1 0 0,1 0 0,-1 0 0,1 0 0,-4-3 0,3 2 0,-3-2 0,1-1 0,1 4 0,-5-7 0,6 6 0,-6-6 0,2-2 0,-3 0 0,0-10 0,0 5 0,0 0 0,0-5 0,0 5 0,0-13 0,-4 5 0,3-21 0,-4 12 0,5-15 0,-5 10 0,4-10 0,-5-13 0,6-1 0,0-20 0,0 20 0,0-20 0,0 20 0,0-8 0,0 11 0,0 9 0,0 2 0,-6 1 0,4 6 0,-4-6 0,6 9 0,0-1 0,-5 1 0,3 0 0,-3 0 0,5 0 0,0-1 0,0 1 0,0 0 0,0 0 0,0 7 0,0-5 0,0 5 0,0-7 0,0-1 0,0 8 0,0-14 0,0 12 0,0-15 0,0 10 0,0 0 0,0-10 0,0 8 0,0-8 0,6 1 0,-4-3 0,4-10 0,-6 1 0,0 0 0,0 0 0,0 0 0,0-12 0,0 9 0,0-8 0,0-1 0,0 9 0,0-8 0,0 11 0,0-12 0,0 9 0,0-9 0,0 1 0,0 8 0,0-9 0,0 1 0,0 8 0,0-9 0,0 1 0,0 8 0,0-9 0,0 1 0,0 8 0,0-9 0,7 12 0,-6 0 0,6 0 0,-1 0 0,-5-1 0,6 1 0,-7-11 0,6 8 0,-4-9 0,11 1 0,-5 17 0,7-15 0,-2 18 0,-5-9 0,4 9 0,-6 2 0,6 10 0,0 0 0,0 7 0,-2 2 0,0 7 0,0 1 0,-1 4 0,5-3 0,-5 9 0,4-4 0,-5 0 0,0 4 0,1-4 0,-1 6 0,-1-1 0,1 0 0,-1 1 0,-2-1 0,-2 1 0,0-1 0,-2 0 0,3 1 0,-4-1 0,0 0 0,0 1 0,0-1 0,0 1 0,0-1 0,0 0 0,0 1 0,0-1 0,0-5 0,-4 4 0,-1-9 0,-3 9 0,0-4 0,0 5 0,-5-5 0,4 4 0,-9-5 0,3 1 0,-4 2 0,4-2 0,-3-1 0,4 4 0,-13-5 0,5 5 0,-5-5 0,7 4 0,1-4 0,-8 5 0,5-1 0,-5 1 0,8 0 0,-1 0 0,0 0 0,6 5 0,-5 0 0,5 1 0,-6 3 0,1-4 0,-1 5 0,0 0 0,-7 0 0,6 0 0,-13 0 0,12 0 0,-12 0 0,12 0 0,-12 0 0,12 0 0,-5 0 0,0 0 0,-2 0 0,0 0 0,-5 0 0,5 0 0,-7 0 0,7 0 0,-5 0 0,12 0 0,-5 0 0,8 0 0,-1 0 0,-7 0 0,5 0 0,-5 0 0,0 0 0,-1 0 0,-9 0 0,1 0 0,0 0 0,0 0 0,-10 0 0,8 0 0,-17-6 0,7 4 0,-9-4 0,0 6 0,-1 0 0,1 0 0,9 0 0,-7 0 0,8 0 0,-1 0 0,-7 6 0,16 1 0,-6 7 0,9 3 0,-1 2 0,1 5 0,0-5 0,0 3 0,7-5 0,2 0 0,7-2 0,-7 1 0,6 0 0,-6 5 0,7-1 0,-7 2 0,4 5 0,-5-3 0,4 10 0,9-12 0,-4 21 0,8-12 0,3 15 0,3 0 0,-1 1 0,4 1 0,-4-2 0,6-1 0,0-6 0,0 16 0,0-17 0,0 17 0,0-16 0,0 6 0,5-9 0,-4 0 0,10 1 0,-9-1 0,3 0 0,-5 0 0,6 10 0,-4-8 0,4 8 0,-6-1 0,0 3 0,0 0 0,0 7 0,0-7 0,0 9 0,0 0 0,0-9 0,0-2 0,0-10 0,0 0 0,0 0 0,0-7 0,0 5 0,0-5 0,0 0 0,0-2 0,0-7 0,0 7 0,0-11 0,0 10 0,0-12 0,0 6 0,0-1 0,0 8 0,0 2 0,-5 7 0,3 1 0,-8-1 0,8 9 0,-8-6 0,8 16 0,-8-17 0,8 8 0,-8-10 0,8-7 0,-3 5 0,5-12 0,-5 5 0,4-8 0,-3 1 0,4 0 0,0-1 0,0 9 0,0 0 0,0 1 0,0 6 0,4-14 0,-3 13 0,4-12 0,-1 5 0,-3-7 0,4-1 0,-5 1 0,0 0 0,0 7 0,0-6 0,0 6 0,0-12 0,0 3 0,0-4 0,0 13 0,-6 2 0,1 0 0,-2 5 0,-3-5 0,4 7 0,-6 1 0,5-1 0,-4 0 0,10 0 0,-11 10 0,11-8 0,-6 8 0,2-10 0,4 0 0,-5 0 0,6-7 0,0-2 0,0 0 0,0-5 0,0 12 0,0-12 0,6 12 0,0-5 0,6 7 0,0 0 0,0 1 0,0-1 0,2 9 0,-2-6 0,-4 6 0,2-8 0,-8-1 0,3 0 0,-5 0 0,0 0 0,0 10 0,0-8 0,0 8 0,0-10 0,0 0 0,0 10 0,0-8 0,-5 8 0,-2-10 0,0 0 0,-4 0 0,10-7 0,-10 6 0,6-14 0,-7 14 0,6-7 0,-4 1 0,9 6 0,-7-14 0,6 14 0,-6-14 0,7 6 0,-4-7 0,1-1 0,3 1 0,-9 7 0,9-5 0,-5 12 0,2-12 0,-1 5 0,-1 0 0,-4 1 0,4 9 0,-1-9 0,-4 7 0,10-6 0,-5 0 0,2-2 0,3-13 0,-3 4 0,0-9 0,3 4 0,-2-5 0,3 5 0,0-4 0,0 4 0,0-6 0,0 1 0,0 0 0,0-1 0,0 1 0,0-1 0,0 1 0,0 0 0,0-1 0,0 1 0,0 0 0,0-1 0,0 1 0,0 5 0,0-4 0,0 4 0,0-6 0,0 1 0,0 0 0,0-1 0,3-3 0,2 3 0,2-6 0,1 2 0,0-3 0,-1 0 0,1 0 0,-1 0 0,1 0 0,0 0 0,-1 0 0,1 0 0,-1 0 0,-2 0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1:26:11.2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1657 138 24575,'-21'-4'0,"10"-9"0,-23 11 0,10-12 0,-12 7 0,-10-6 0,8 6 0,-17-5 0,-4 3 0,-1-6 0,-20 6 0,20 3 0,-9 0 0,21 4 0,-6-4 0,15 6 0,-16 0 0,17 0 0,-8-6 0,10 5 0,0-4 0,7 5 0,-5 0 0,5 0 0,-8 0 0,9 0 0,-7 0 0,14 0 0,-14 0 0,7 5 0,-1 1 0,-6 5 0,14 0 0,-6-1 0,7 5 0,0 0 0,1 0 0,-1 4 0,4 3 0,-10 2 0,7 3 0,-3-5 0,1 5 0,5-5 0,-7 12 0,7-12 0,0 5 0,7-13 0,-1 4 0,1-3 0,-1 12 0,4-6 0,-4 6 0,9-7 0,-3-6 0,-1 4 0,4-3 0,-3-1 0,4 4 0,0-9 0,0 4 0,0 0 0,0-4 0,4 10 0,1-10 0,4 9 0,0-4 0,5 2 0,2 2 0,3-7 0,-3 8 0,10-7 0,-9 2 0,10 1 0,-8-4 0,1 3 0,7-3 0,-5 4 0,12-2 0,-12 1 0,5-3 0,0 0 0,-6-1 0,6 1 0,0 0 0,-5-6 0,-1 4 0,-2-4 0,-5 0 0,6 3 0,-1-6 0,8 2 0,-5-4 0,12 0 0,-5 0 0,17 0 0,-8 0 0,17 0 0,-7 0 0,9 0 0,12-15 0,-9 5 0,8-19 0,-11 13 0,1-11 0,-11 7 0,8-2 0,-16-1 0,6 9 0,-16-3 0,-2 2 0,-7 4 0,0-3 0,-1 4 0,1 0 0,-6 2 0,5-2 0,-5 5 0,0-2 0,5 1 0,-11-1 0,5-2 0,-5 5 0,0-3 0,-1 3 0,1-4 0,0 1 0,-1-1 0,1 0 0,0-5 0,-3 4 0,3-4 0,-8 6 0,4-6 0,-4 4 0,0-10 0,3 11 0,-2-11 0,3 10 0,-4-9 0,0 9 0,0-4 0,0 5 0,0-5 0,0 4 0,0-4 0,0 6 0,0-6 0,0 4 0,0-4 0,0 5 0,0 1 0,0-1 0,-5-5 0,4 4 0,-3-4 0,0 5 0,3 1 0,-2-1 0,3 1 0,-3-1 0,2-5 0,-3 4 0,1-4 0,2 5 0,-6 1 0,7-1 0,-4 1 0,1 2 0,2-1 0,-2 1 0,-1 1 0,3-3 0,-5 6 0,5-5 0,-6 5 0,3-3 0,-1 1 0,-1 2 0,5-2 0,-3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1:26:15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1749 1 24575,'-17'0'0,"-1"0"0,-9 0 0,5 0 0,-5 0 0,-20 0 0,13 0 0,-23 0 0,11 0 0,-2 0-6784,-9 0 6784,0 0 0,9 0 0,3 0 0,-1 0 0,-2 0 0,0 0 0,3 0 6784,-1 0-6784,8 0 0,-8 0 0,1 0-6784,6 5 6784,-16 3 0,7 5 0,1 0 0,-8 8 0,7-7 0,0 11 0,-7-9 6784,17 7-6784,-8-3 0,17 2 0,-5 1 0,5-6 0,0 4 0,-5-3 0,12 3 0,-15 11 0,19-10 0,-11 8 0,14-11 0,0 1 0,-4 0 0,8-1 0,-4 9 0,9-7 0,-4 6 0,9-7 0,-3 7 0,4-6 0,0 6 0,0-7 0,0 0 0,0-1 0,0 1 0,0 0 0,0-1 0,0 1 0,0 0 0,0-1 0,3-4 0,3 3 0,1-9 0,2 4 0,4 0 0,-4-4 0,9 5 0,-3-5 0,12 2 0,-6-1 0,6 1 0,0-1 0,2-4 0,0 4 0,5-4 0,-5 5 0,7 1 0,1 0 0,8-5 0,-6 4 0,15-3 0,-6 5 0,10 1 0,-11 0 0,8 0 0,-16-2 0,16-4 0,-17-3 0,8 0 0,-1-3 0,3 3 0,0-5 0,-3 0 0,-8 0 0,-1 0 0,-13 0 0,3 0 0,-12 0 0,1 0 0,3 0 0,-4-4 0,6-2 0,0-4 0,-1 0 0,8 0 0,-5 0 0,12-2 0,-5 1 0,7-1 0,10-8 0,13-3 0,-8 7 0,26-14 0,-26 14 0,17-8 0,-10 3 0,-1 7 0,-9 0 0,6 0 0,-15 2 0,-1 0 0,-3 0 0,-14 2 0,6-1 0,-7 1 0,-1 0 0,1 1 0,0-1 0,-6 1 0,4-1 0,-9 2 0,10-5 0,-10 4 0,9-5 0,-8 0 0,4-1 0,-5 1 0,1-5 0,-6 10 0,5-9 0,-8 9 0,3-9 0,-4 3 0,0-4 0,0 4 0,0-3 0,0 9 0,0-9 0,0 9 0,0-9 0,-3 9 0,2-10 0,-6 10 0,3-4 0,-3 6 0,2-6 0,-1 4 0,1-4 0,-2 5 0,-1 0 0,4-4 0,-3 3 0,3-4 0,-5 0 0,1 4 0,-6-5 0,5 6 0,-5-6 0,7 5 0,-2-4 0,-4 4 0,-1 0 0,-1 1 0,-3-6 0,4 4 0,-6-5 0,0 6 0,1 3 0,4-2 0,-3 8 0,4-8 0,-1 3 0,-3 0 0,9-2 0,-9 2 0,3 1 0,-4-5 0,-1 3 0,0 1 0,1-4 0,4 8 0,-3-8 0,9 5 0,-4-1 0,5 1 0,1 4 0,3-3 0,-3 2 0,3-2 0,-4 3 0,0 0 0,1 0 0,-1 0 0,0 0 0,1 0 0,-1 0 0,1 0 0,-1 0 0,0 0 0,1 0 0,-1 0 0,1 0 0,-1 0 0,0 0 0,4 0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1:26:22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875 49 24575,'-12'0'0,"1"0"0,-2 0 0,4 0 0,-9 0 0,4 0 0,-6-8 0,0 5 0,1-5 0,4 8 0,-3-5 0,4 4 0,-6-3 0,0-1 0,1 4 0,-1-3 0,0 0 0,1 3 0,-1-4 0,0 5 0,1 0 0,-1 0 0,0 0 0,0 0 0,6 0 0,-4 0 0,9 0 0,-4 0 0,5 0 0,-5 0 0,4 0 0,-9 0 0,9 0 0,-9 0 0,9 0 0,-10 5 0,10-1 0,-9 6 0,9-3 0,-4 2 0,0 0 0,4-1 0,-4 0 0,0 1 0,4-1 0,-5 6 0,1-4 0,3 3 0,-8 1 0,9-5 0,-5 9 0,6-9 0,-6 9 0,5-9 0,-4 4 0,4 0 0,2-4 0,-3 10 0,1-5 0,4 0 0,-3-1 0,3 0 0,0-4 0,1 4 0,0-5 0,4 5 0,-4-4 0,4 4 0,0-6 0,0 1 0,0 0 0,0-1 0,0 1 0,0-1 0,0 1 0,0 0 0,0-1 0,4 1 0,1 5 0,3-4 0,-3 4 0,2-6 0,-2 6 0,3-4 0,0 4 0,0-5 0,0 0 0,-1-1 0,1 1 0,0-1 0,-1 1 0,1 0 0,-1-1 0,1 1 0,0-4 0,-1 3 0,1-6 0,-1 2 0,6 2 0,2-4 0,-1 3 0,4-4 0,-3 4 0,-1-3 0,4 4 0,-3-5 0,-1 0 0,4 0 0,-9 0 0,4 0 0,0 0 0,-4 0 0,4 0 0,0 0 0,-4 0 0,10 0 0,-10 0 0,3 0 0,1 0 0,2 0 0,4 0 0,-4 0 0,3 0 0,-4 0 0,1 0 0,10 0 0,-8 0 0,10 0 0,-8 0 0,1 0 0,0 0 0,-1 0 0,1 0 0,-6 0 0,5 0 0,-10 0 0,4 0 0,-6-4 0,6 4 0,-4-7 0,4 6 0,-5-6 0,-1 3 0,1 0 0,0-3 0,-1 6 0,1-6 0,5 2 0,-4-3 0,4 3 0,-6-2 0,1 6 0,-4-5 0,3 1 0,-6-2 0,6-1 0,-6 1 0,2-1 0,0 0 0,-2 1 0,3-1 0,0-5 0,-3 4 0,3-4 0,-4 6 0,0-1 0,5-5 0,-4 4 0,3-4 0,-4 5 0,0 1 0,0-1 0,0-5 0,0 4 0,0-4 0,0 6 0,0-1 0,0 0 0,0 1 0,0-1 0,0 0 0,0 1 0,0-1 0,0 1 0,0-1 0,0 0 0,0 1 0,0-1 0,0 1 0,0-1 0,0 0 0,0 1 0,0-1 0,0 0 0,0 1 0,0-1 0,0 1 0,0-1 0,0 0 0,0 1 0,-3-1 0,2 0 0,-2 1 0,-1-1 0,3 1 0,-2-1 0,0 0 0,2 1 0,-3-1 0,1 4 0,2-3 0,-6 6 0,7-6 0,-7 3 0,6-3 0,-6 2 0,3-1 0,0 1 0,-3 1 0,6-3 0,-6 7 0,3-4 0,0 4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1:31:10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3765 253 24575,'-11'-4'0,"0"-3"0,3 3 0,0-4 0,-5 4 0,4-3 0,-4 3 0,0-5 0,5 2 0,-5 1 0,0-1 0,4 2 0,-4-3 0,0-1 0,4 1 0,-4-1 0,5 2 0,-5-2 0,4 5 0,-4-4 0,0 7 0,4-6 0,-4 7 0,0-8 0,4 7 0,-4-7 0,0 7 0,4-2 0,-9-2 0,9 4 0,-4-3 0,5 4 0,-4-5 0,-3 4 0,-4-3 0,4 4 0,2 0 0,0 0 0,4-3 0,-9 2 0,4-3 0,-6 4 0,6 0 0,-5 0 0,5 0 0,0 0 0,-5 0 0,5 0 0,0 0 0,1 0 0,5 0 0,-5 0 0,4 0 0,-9 0 0,3 0 0,1 0 0,1 0 0,6 0 0,-6 0 0,4 0 0,-4 4 0,5-3 0,0 5 0,1-5 0,-1 6 0,0-3 0,1 0 0,-1 3 0,1-3 0,-1 4 0,0-4 0,1 3 0,3-3 0,-3 4 0,3-4 0,-9 4 0,7-4 0,-12 2 0,13 0 0,-8-1 0,5-1 0,-5 4 0,4-4 0,-9 6 0,9-2 0,-9 1 0,9-1 0,-10 2 0,10-6 0,-9 5 0,9-5 0,-9 6 0,9-2 0,-9 1 0,3 0 0,1 0 0,-4 1 0,3-1 0,-4 0 0,4 0 0,-3 5 0,4-4 0,-1 3 0,2-4 0,0 4 0,4-4 0,-4 4 0,6-5 0,-1-1 0,0 1 0,1-1 0,-1 1 0,1 0 0,-1-1 0,0 1 0,-5 1 0,4-5 0,-9 5 0,4-4 0,-1 1 0,-3 2 0,4-2 0,-6 4 0,-7-5 0,11 3 0,-17-7 0,17 2 0,-11-3 0,7 5 0,6-4 0,-5 3 0,5-4 0,-6 0 0,1 0 0,-1 0 0,0 0 0,6 0 0,-4 0 0,3 0 0,-4 0 0,-1 0 0,0 0 0,1 0 0,-1 0 0,-7 0 0,5 0 0,-12-5 0,13 3 0,-7-7 0,9 8 0,-1-8 0,0 8 0,1-8 0,-1 3 0,6-2 0,-5 2 0,5-1 0,0 2 0,-5 0 0,5-3 0,0 4 0,-5-6 0,10 6 0,-9-5 0,4 3 0,0-2 0,-5-2 0,10 2 0,-9-6 0,4 4 0,-6-4 0,6 5 0,-5-1 0,9-3 0,-8 2 0,8-2 0,-9 4 0,10 1 0,-9-2 0,4-3 0,-1 3 0,-3-4 0,4 5 0,-6-1 0,5-4 0,-4 3 0,9-2 0,-8 3 0,4 6 0,-1-4 0,-3 3 0,9-3 0,-4 3 0,0-7 0,-1 9 0,-1-9 0,-3 11 0,9-5 0,-4 5 0,0-3 0,4 1 0,-9 2 0,3-7 0,-4 7 0,4-3 0,-3 4 0,4-4 0,-6 2 0,0-2 0,1 0 0,-1 3 0,0-4 0,-7 0 0,6 4 0,-6-9 0,7 9 0,0-8 0,1 8 0,-8-9 0,5 4 0,-5 0 0,8-3 0,-1 8 0,6-7 0,-5 8 0,5-4 0,0 1 0,1 2 0,0-2 0,4 3 0,-4 0 0,0 0 0,4 0 0,-4 0 0,5 0 0,1 0 0,-1 0 0,0 3 0,1 1 0,-1 4 0,4 5 0,-4 1 0,7 0 0,-9 12 0,9-10 0,-9 11 0,9-7 0,-3 0 0,4 7 0,0-6 0,-6 13 0,5-12 0,-4 12 0,5-12 0,-5 5 0,4 0 0,-3-6 0,4 6 0,-6 1 0,5-7 0,-4 6 0,5-7 0,0-1 0,0 1 0,0 0 0,0-1 0,0 1 0,0 7 0,-5-5 0,4 5 0,-3-8 0,0-4 0,4 3 0,-9 4 0,8-6 0,-10 17 0,6-22 0,-1 14 0,-2-10 0,3 4 0,-6 8 0,1-5 0,-1 5 0,0 0 0,0 2 0,4 0 0,-3 5 0,3-5 0,-4 0 0,-1 5 0,1-5 0,-1 7 0,1-7 0,0-2 0,5 0 0,-1-11 0,6 10 0,-6-17 0,6 9 0,-7-3 0,7-1 0,-3 4 0,1-9 0,2 4 0,-3 0 0,4-4 0,0 4 0,0 0 0,0-4 0,0 9 0,0-9 0,4 4 0,1 0 0,4 2 0,5 0 0,-4-2 0,8-3 0,4 0 0,-1 0 0,14 1 0,-6-5 0,7 5 0,0-10 0,10 5 0,-8-1 0,8-4 0,-1 5 0,3-6 0,0 0 0,-3 0 0,1 0 0,2 0 0,9 0 0,-9 0 0,7 0 0,-7 0 0,-1 0 0,-1 0 0,-10 0 0,-7 0 0,-2 0 0,0 0 0,-5 0 0,5 0 0,-8 0 0,-4 0 0,3 0 0,-4 0 0,6 0 0,0 0 0,-6 0 0,12 0 0,-10-5 0,18-1 0,-12-9 0,12 2 0,-5-7 0,0 7 0,5-4 0,-12 7 0,12-2 0,-5 1 0,0 0 0,5-1 0,-5 1 0,7 4 0,0-3 0,-7 8 0,6-3 0,-14 1 0,6-2 0,0 1 0,-5-4 0,12 8 0,-12-8 0,12 8 0,-13-8 0,6 8 0,-7-3 0,0-1 0,-1 4 0,1-3 0,0 4 0,0 0 0,-1 0 0,1 0 0,-6 0 0,5 0 0,-5 0 0,6 0 0,-1 0 0,1 0 0,0 0 0,-1 0 0,-4-3 0,3 2 0,4-3 0,-1 0 0,6 3 0,0-9 0,-5 4 0,5 0 0,0-4 0,-6 4 0,6-4 0,0 4 0,-5-7 0,5 11 0,-7-11 0,7 6 0,1-4 0,9-6 0,-9 4 0,7-4 0,-6 6 0,0 0 0,-2 0 0,-8 1 0,8-6 0,-5 5 0,5-5 0,0 5 0,-6 1 0,14-8 0,-14 7 0,6-5 0,-12 7 0,3-1 0,-4 2 0,6-2 0,-5-5 0,4 5 0,-4-9 0,5 8 0,-5-8 0,4 4 0,-4-5 0,-1 6 0,5-4 0,-5 8 0,1-9 0,4 4 0,-9 1 0,8-5 0,-4 9 0,6-4 0,-5 0 0,4 3 0,-9-2 0,3 4 0,0 1 0,-4 0 0,9-2 0,-9 2 0,4 0 0,-5 0 0,-1 0 0,1 1 0,0-1 0,0-5 0,0 4 0,6-5 0,-5 6 0,5-6 0,-1 4 0,-2-8 0,2 8 0,-4-3 0,4 0 0,-4 4 0,4-4 0,-5 5 0,-1 4 0,1-3 0,-1 3 0,1-4 0,0 4 0,-1-3 0,1 3 0,0-3 0,0-6 0,0 7 0,1-6 0,-5 8 0,3-4 0,-7 0 0,7 4 0,-3-3 0,1 3 0,1-3 0,-5-1 0,6 4 0,-6-3 0,6 6 0,-6-6 0,5 3 0,-5-3 0,3-1 0,-4 0 0,0 1 0,3-1 0,-2 0 0,2 1 0,-3-1 0,0 1 0,0-1 0,0 0 0,0 1 0,0-1 0,0 0 0,0 1 0,0 3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1:34:18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1625 1028 24575,'0'-12'0,"0"1"0,0-2 0,0-1 0,0 0 0,0-5 0,-3 10 0,2-9 0,-13-4 0,11 1 0,-12-6 0,9 7 0,1 0 0,-3 6 0,3-4 0,-4 3 0,0 1 0,0-4 0,1 9 0,-2-10 0,6 10 0,-5-9 0,4 9 0,-4-9 0,1 9 0,-2-10 0,-3 10 0,2-10 0,-2 9 0,4-3 0,5 5 0,-4-5 0,4 4 0,-5-4 0,1 1 0,0 3 0,-1-4 0,2 5 0,-1 0 0,0 1 0,1-1 0,-1 0 0,1 1 0,-6-2 0,4 1 0,-5-6 0,6 5 0,-1-4 0,2 6 0,-1-1 0,0 4 0,1-3 0,-1 3 0,0-4 0,1 1 0,-1 3 0,1-3 0,-1 3 0,0-4 0,-5-1 0,4 1 0,-4 0 0,5-5 0,0 4 0,-6-5 0,5 6 0,-4-1 0,5 2 0,0-6 0,0 4 0,-1-1 0,-4 3 0,3-3 0,-3 3 0,5-5 0,0 8 0,0-4 0,1 0 0,-1 1 0,0-1 0,1 1 0,-1-1 0,1 0 0,-1 1 0,0-1 0,0-5 0,0 4 0,-1-4 0,5 6 0,-3-1 0,3 0 0,-4 1 0,1 3 0,-1-3 0,1 6 0,-1-6 0,0 6 0,-5-6 0,4 5 0,-4-2 0,6 4 0,-1 0 0,1 0 0,-1 0 0,0 0 0,-5 0 0,4 0 0,-4 0 0,6 0 0,-6 0 0,4 3 0,-9 3 0,3-2 0,1 4 0,-4-3 0,3 0 0,-4 3 0,-1-2 0,0 4 0,0-1 0,1-3 0,-1 3 0,0-8 0,6 7 0,-4-3 0,3 4 0,1-1 0,-4-2 0,9 0 0,-10 0 0,11 2 0,-5 0 0,0 1 0,4-5 0,-4 4 0,5-4 0,0 4 0,1 0 0,-6 0 0,4 0 0,-1 1 0,-2-1 0,7 0 0,-8 1 0,8-2 0,-1 1 0,1 0 0,-2-1 0,-1 1 0,-1 5 0,5-4 0,-4 4 0,4-6 0,-5 6 0,2-4 0,-3 10 0,5-5 0,-3 6 0,3-6 0,-4 4 0,0-3 0,-1 4 0,1-4 0,4 3 0,-3-4 0,7 6 0,-7-6 0,4-1 0,0 0 0,-4 2 0,7-1 0,-8 4 0,4-3 0,-1 4 0,-2-4 0,8 3 0,-8-4 0,7 6 0,-8 8 0,8-6 0,-8 7 0,8-10 0,-3 1 0,-1 0 0,4 7 0,-8 2 0,7-1 0,-3 7 0,5-14 0,0 6 0,0 0 0,0-5 0,0 5 0,0-13 0,0 4 0,0-3 0,0-1 0,0 4 0,0-9 0,0 4 0,0 0 0,0-4 0,0 4 0,0-5 0,-4 0 0,4-1 0,-4 6 0,4-4 0,0 9 0,0-9 0,0 4 0,0 0 0,0-4 0,0 10 0,0-10 0,0 9 0,0-4 0,0 1 0,0 3 0,0-4 0,0 6 0,0 0 0,0-1 0,0 1 0,0-6 0,0 5 0,0-5 0,0 0 0,5 5 0,-4-5 0,3 6 0,0-1 0,-3 1 0,8 0 0,-8-1 0,8 1 0,-8 0 0,8-1 0,-4 1 0,1-6 0,2-1 0,-3 0 0,3-4 0,0 4 0,1 0 0,-5-4 0,5 10 0,-3-5 0,2 0 0,6 5 0,1-5 0,4 6 0,1-1 0,0 1 0,-5 0 0,4-1 0,-4 1 0,13 4 0,-6-8 0,7 3 0,-14-5 0,4-3 0,-4 3 0,5 1 0,7-3 0,-6 2 0,6-3 0,-7 3 0,7-2 0,-6 2 0,6 2 0,-7-5 0,7 9 0,-5-8 0,-1 3 0,-2-6 0,-5 5 0,6-3 0,-1 7 0,1-7 0,0 8 0,-1-8 0,1 7 0,0-7 0,-1 8 0,1-8 0,0 7 0,-1-7 0,1 3 0,-5 1 0,4-4 0,-9 2 0,8 1 0,-9-5 0,10 5 0,-5-5 0,6 0 0,-1 1 0,1 0 0,0 0 0,-1 0 0,1 0 0,7 0 0,-5 0 0,12 2 0,-13-2 0,14-3 0,-6 3 0,7-9 0,-7 4 0,-2 0 0,0-4 0,-6 3 0,6-4 0,-7 0 0,0 0 0,7 0 0,-6 0 0,6 0 0,0 0 0,2 0 0,7 0 0,1-11 0,-1 3 0,9-10 0,-14 2 0,13 2 0,-15-1 0,0 4 0,-2 4 0,-7-1 0,-6 3 0,-1 0 0,-6 2 0,1-1 0,0 0 0,-1-4 0,1 4 0,1-8 0,-2 6 0,2-7 0,-1 6 0,-1-1 0,-3-5 0,3 4 0,-2-9 0,4 3 0,-3-12 0,3 6 0,-4-6 0,0 13 0,0-5 0,-5 5 0,0-6 0,0 1 0,0-1 0,0 0 0,0 1 0,0-1 0,0 6 0,0-5 0,0 5 0,0-6 0,0 1 0,-5-1 0,4-7 0,-7 5 0,2-5 0,-5 0 0,1 6 0,4-14 0,-3 14 0,4-6 0,-6 0 0,5 5 0,-4-5 0,4 0 0,-4 6 0,3-14 0,-1 14 0,2-6 0,-4 7 0,5 0 0,-4 1 0,3-8 0,0 5 0,-4-5 0,9 8 0,-9-8 0,9 5 0,-9-5 0,5 7 0,-5 1 0,4-1 0,-2 0 0,2 1 0,-4-1 0,1 0 0,-1 1 0,4 4 0,-7-3 0,8 9 0,-9-9 0,6 9 0,-2-10 0,1 5 0,0 0 0,1 1 0,4 0 0,-3 4 0,3-4 0,-4 5 0,0 0 0,4-4 0,-3 3 0,3-4 0,-5 0 0,2 4 0,-2-4 0,5 5 0,-3 0 0,2-5 0,-3 4 0,3-4 0,-2 6 0,3-1 0,-1 1 0,-1-1 0,5 0 0,-6 4 0,3-3 0,-4 3 0,4 0 0,1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2:12:53.0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1048 236 24575,'-23'-4'0,"1"-5"0,9-1 0,-2-9 0,-12 7 0,5-6 0,0 1 0,3-2 0,4 3 0,-5 2 0,6 5 0,-5 0 0,5 0 0,-1-6 0,-4 5 0,9 0 0,-3 2 0,0 7 0,4-6 0,-4 6 0,6-5 0,-6 5 0,4-3 0,-4 4 0,0 0 0,4 0 0,-4 0 0,5 0 0,-5 0 0,-1 0 0,0 0 0,-5 0 0,5 0 0,0 0 0,-5 0 0,10-3 0,-9 2 0,9-2 0,-4 3 0,0 0 0,-1 0 0,0 0 0,-5 0 0,10 0 0,-9 0 0,4 0 0,-1 3 0,-3 2 0,4 4 0,-6 1 0,6-1 0,1 0 0,5-5 0,0 3 0,-5-2 0,4-1 0,-9 5 0,9-4 0,-9 4 0,9-4 0,-4 2 0,5-2 0,1 2 0,-6 2 0,4-1 0,-4 0 0,5 0 0,0 0 0,1-1 0,-1 1 0,4-1 0,-3 1 0,6 0 0,-5-1 0,5 1 0,-3 0 0,4-1 0,-3 1 0,2-1 0,-2 1 0,3 0 0,-4-1 0,3 1 0,-2-1 0,3 1 0,-3 0 0,2-1 0,-6 1 0,6 0 0,-7 5 0,7-4 0,-7 9 0,7-4 0,-7 1 0,7 3 0,-2-4 0,-1 0 0,3 12 0,-2-15 0,3 15 0,0-12 0,0 0 0,0 5 0,0-5 0,0 6 0,0-6 0,0 4 0,3-9 0,-2 4 0,7 0 0,-4-4 0,5 4 0,-1-5 0,-1-1 0,2 6 0,-1-4 0,6 5 0,-5-6 0,9 2 0,-4-1 0,1-1 0,-1 6 0,-7-5 0,2 4 0,-1-5 0,0 5 0,0-4 0,1 4 0,-2-5 0,1-1 0,0 1 0,5 0 0,-4 0 0,9 2 0,-9-2 0,4 0 0,0-3 0,-4 1 0,9-5 0,-4 3 0,6 0 0,0-3 0,-1 3 0,-4-4 0,10 0 0,-8 0 0,10 0 0,-8 0 0,8 0 0,-5 0 0,5 0 0,0 0 0,-11 0 0,17-5 0,-17 4 0,11-9 0,-7 5 0,-6-4 0,5-1 0,-5 1 0,0 4 0,-1-3 0,-5 4 0,-1-4 0,1 1 0,5-6 0,-4 4 0,4-4 0,-5 5 0,-1 0 0,6 0 0,-3-5 0,3 3 0,-4-3 0,-1 5 0,5-5 0,-4 4 0,4-1 0,-6 4 0,1 1 0,-1-2 0,1-1 0,0 1 0,0-6 0,-3 4 0,3-4 0,-4 5 0,4-5 0,-3 4 0,3-4 0,-4 5 0,4-5 0,0 5 0,1-5 0,-1 5 0,-1 0 0,1 1 0,-1-1 0,1 0 0,0 1 0,-4-1 0,3 1 0,-7-1 0,7 0 0,-6 1 0,6-1 0,-6 0 0,2 1 0,-3-1 0,4-5 0,-2 4 0,2-4 0,-4 6 0,0-1 0,0 0 0,3 1 0,-2-1 0,3 1 0,-4-1 0,0 0 0,0 1 0,0-6 0,0 4 0,0-4 0,0 5 0,0 1 0,0-1 0,0 0 0,0 1 0,0-1 0,0 0 0,-4 1 0,3-1 0,-5 1 0,1-1 0,-2 0 0,-1 4 0,4-3 0,-3 7 0,6-7 0,-6 6 0,3-2 0,-3-1 0,-1 3 0,4-5 0,-3 5 0,3-3 0,-4 4 0,1 0 0,-1 0 0,4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2:14:01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1464 1915 24575,'-11'-32'0,"5"8"0,-18-14 0,14 9 0,-25-31 0,17 26 0,-18-24 0,0 15 0,-18-13 0,12-6 0,-9 7 0,11-4 0,-7 3 0,1 0 0,4-15 0,7 17 0,6-5 0,-8 0 0,14 11 0,-13-14 0,20 5 0,-5 0 0,3 9 0,2-7 0,-1 17 0,3-17 0,1 16 0,0-6 0,7 9 0,-5-1 0,9 1 0,-3 0 0,5 0 0,0 0 0,0 7 0,-5-6 0,3 14 0,-3-6 0,5 7 0,0 1 0,0 4 0,0-3 0,0 9 0,0-4 0,0 5 0,0 1 0,0-1 0,-3 4 0,2-3 0,-6 3 0,3 0 0,-4-3 0,1 3 0,-6-1 0,-2-2 0,-4 5 0,-1-2 0,-7-1 0,-2 3 0,0-3 0,-5 5 0,12 0 0,-5 0 0,0 0 0,6 0 0,-6 0 0,7 0 0,0 0 0,1 0 0,-1 0 0,6 0 0,-5 0 0,5 4 0,-6 2 0,1-1 0,-1 4 0,6-4 0,-5 4 0,5 0 0,0 0 0,1-1 0,5 0 0,0 0 0,0 5 0,3 8 0,-3 1 0,6 5 0,-2 0 0,4-6 0,0 14 0,0-6 0,5 7 0,1-7 0,6 5 0,4-5 0,-3 0 0,9 5 0,-9-5 0,8 0 0,-9-2 0,6-7 0,-1 7 0,4-6 0,-4 6 0,1-12 0,-6 11 0,7-8 0,-8 3 0,8-2 0,-10-5 0,6 6 0,-5-1 0,0 8 0,0-5 0,2 12 0,-2-12 0,2 12 0,-2-12 0,2 12 0,-6-5 0,4 0 0,-9 5 0,8-5 0,-7 7 0,8 0 0,-4-7 0,1 5 0,1-12 0,-1 12 0,-2-12 0,6 12 0,-5-12 0,6 12 0,-2-12 0,1 5 0,0 0 0,-2-11 0,-3 9 0,2-10 0,-3 4 0,1 1 0,2 0 0,-2 0 0,4-1 0,-1 1 0,6 0 0,-3 7 0,6-6 0,-1 6 0,2-7 0,11 10 0,-7-12 0,14 13 0,-8-14 0,0 6 0,5 0 0,-12-7 0,5 5 0,-8-6 0,1 0 0,-6-2 0,-1-4 0,0 0 0,-4-2 0,4 2 0,-5-1 0,-1-1 0,1 1 0,0 0 0,-1-1 0,6 2 0,-4-1 0,10 1 0,-11-1 0,5-3 0,-5 2 0,0-6 0,-1 2 0,6-3 0,2 0 0,12 0 0,-6 0 0,1 0 0,-4 0 0,-4-4 0,6-2 0,-5-8 0,4 3 0,-9-2 0,3 4 0,-4-3 0,-2 3 0,2-4 0,-1 5 0,-1 0 0,1 1 0,0-1 0,-1 0 0,1 1 0,0-6 0,0 4 0,1-4 0,-5 0 0,0 4 0,-1-4 0,-2 0 0,2 4 0,-3-4 0,0 5 0,0 1 0,0-1 0,0 1 0,0-1 0,0 4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2:22:46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1136 199 24575,'-25'0'0,"11"0"0,-19-5 0,17-1 0,-18-6 0,5 1 0,-7-1 0,-10-7 0,8 5 0,-8-6 0,10 8 0,0 0 0,7 1 0,-6 5 0,14-3 0,-13 2 0,5 2 0,-7-6 0,7 10 0,-6-5 0,14 2 0,-6 3 0,0-4 0,5 5 0,-5-4 0,8 3 0,-1-3 0,0 4 0,6 0 0,-4 0 0,9 0 0,-4 0 0,5 0 0,0 0 0,1 0 0,-1 0 0,0 0 0,1 0 0,-6 0 0,4 0 0,-4 0 0,5 3 0,1 1 0,-1 4 0,0-1 0,1 1 0,-1 0 0,1-1 0,-1 1 0,4 0 0,-3-1 0,3 1 0,-5 5 0,1-4 0,3 9 0,-3-4 0,4 1 0,-6 3 0,6-9 0,-5 9 0,4-3 0,-1-1 0,2 4 0,-1-3 0,4-1 0,-3 4 0,-1-3 0,4 4 0,-3 1 0,4-6 0,-5 12 0,3-10 0,-3 11 0,5-7 0,0 0 0,0-1 0,0 8 0,0-5 0,0 5 0,0-7 0,0 7 0,0-6 0,0 6 0,0 0 0,0-5 0,0 5 0,3-13 0,-2 4 0,7-3 0,-7 4 0,8 1 0,-4 0 0,1-6 0,-2 4 0,0-3 0,-2 4 0,6 1 0,-2 0 0,5 7 0,-6-6 0,6 14 0,-3 3 0,4 0 0,2 17 0,-1-7 0,2 9 0,-1 0 0,-1-9 0,1 7 0,-7-7 0,5 0 0,-11-3 0,5 1 0,-6-8 0,0 17 0,0-16 0,0 16 0,0-7 0,0-1 0,0 8 0,0-7 0,0 0 0,0-3 0,0 1 0,0-7 0,0 15 0,0-15 0,-8 27 0,6-25 0,-5 37 0,7-27 0,-6 17 0,4-11 0,-4 12 0,6-9 0,0 8 0,0-10 0,0 10 0,0-8 0,0 9 0,0-1 0,5-17 0,3 15 0,5-18 0,1 0 0,0 7 0,-2-17 0,-4 8 0,2-10 0,-8-7 0,6-11 0,-3-9 0,2-9 0,1 0 0,-1 0 0,1 0 0,0 3 0,-1 1 0,-2 4 0,-2 12 0,-3 4 0,0 5 0,0-2 0,0 0 0,0-6 0,0 13 0,0-12 0,0 12 0,0-12 0,0 12 0,0-5 0,0 17 0,0 1 0,0 11 0,0-1 0,0 11 0,0 4 0,0-1 0,0-2 0,0-12 0,0 0 0,0 0 0,0 0 0,0-9 0,0-2 0,0-1 0,0-6 0,5 6 0,-3-9 0,7-7 0,-7 6 0,7-6 0,-2 7 0,0-7 0,2-2 0,-3-8 0,4 1 0,-5 0 0,5 7 0,-4-6 0,4 6 0,1 0 0,0 2 0,1 7 0,-1-7 0,5-2 0,-4 0 0,6-5 0,-6 5 0,7-8 0,-4-3 0,5 2 0,-6-8 0,12 5 0,-10-6 0,18 3 0,16 1 0,1 1 0,17-5 0,1-3 0,2-6 0,12 0 0,-1 0 0,-10 0 0,-4 0 0,-11 0 0,-9-5 0,7 3 0,-24-7 0,13 2 0,-15-4 0,-6 1 0,3-1 0,-17 4 0,4-2 0,0 0 0,-4 1 0,5-6 0,-1 0 0,-2-6 0,3 1 0,-4-1 0,1-7 0,0-2 0,0 0 0,1-5 0,-1 5 0,1-7 0,-5 0 0,3 0 0,-4 7 0,1 2 0,2 0 0,-7-2 0,3 0 0,-5-5 0,5 5 0,-3-7 0,8-1 0,-3 1 0,0 0 0,4 0 0,-5 0 0,1-1 0,4 1 0,-5 0 0,7-10 0,0 8 0,0-8 0,-6 1 0,4-3 0,-9-9 0,11 0 0,-5-1 0,5 11 0,-5-8 0,-3 7 0,1-9 0,-4-1 0,4-10 0,-6 8 0,0-9 0,0 1 0,0 8 0,0-9 0,0 1 0,0 8 0,0-9 0,0 1 0,0 8 0,0-9 0,0 1 0,0 8 0,0-9 0,0 1 0,0 8 0,0-9 0,0 1 0,0 8 0,0-9 0,0 12 0,0 0 0,0 0 0,0 0 0,0-1 0,-5 10 0,-3-6 0,-5 6 0,-1-9 0,6 9 0,-5-7 0,5 7 0,-5 0 0,5 3 0,-4-1 0,11 8 0,-6-8 0,7 10 0,0 0 0,0-1 0,0 1 0,-5 0 0,4 7 0,-5-5 0,6 5 0,-4 0 0,3 2 0,-9 0 0,9 6 0,-10-14 0,5 14 0,-5-6 0,1 0 0,-1 5 0,-6-12 0,6 12 0,-5-5 0,6 8 0,-1-9 0,1 7 0,-5-6 0,4 7 0,-8 1 0,4-1 0,0 0 0,-4 1 0,2-8 0,-3 5 0,2-5 0,0 12 0,7-4 0,-8 4 0,9 0 0,-4-3 0,5 4 0,-5-2 0,3-2 0,-2 8 0,4-3 0,1 0 0,0 4 0,-2-9 0,2 9 0,-1-10 0,0 5 0,0 0 0,0-5 0,0 5 0,-1-6 0,-4 1 0,3-1 0,-4 0 0,1 1 0,3-1 0,-7 5 0,7-4 0,-2 9 0,4-3 0,1 6 0,4-1 0,-3 0 0,3 1 0,0-1 0,-3 4 0,6-8 0,-11 10 0,7-11 0,-5 9 0,3-3 0,3 2 0,-4-1 0,1 1 0,-1-2 0,-1-6 0,2 4 0,-2-1 0,5 3 0,-3 3 0,3-3 0,-4-1 0,1 0 0,-1 4 0,4-3 0,-3 6 0,6-5 0,-6 5 0,6-6 0,-5 6 0,5-2 0,-3 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2:22:47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2:36:02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2730 208 24575,'-16'0'0,"2"0"0,-13 0 0,13 0 0,-13 0 0,10 0 0,-2 0 0,-16 0 0,-3 0 0,-21 0 0,8 0 0,-21 0 0,-5 0 0,-2 0 0,-11 0 0,0 0 0,-3 0 0,-1 0 0,41 0 0,2 0 0,-28 0 0,1 0 0,7 0 0,8 0 0,0 7 0,3-5 0,1 13 0,8-6 0,-8 8 0,21-2 0,-7 0 0,16-2 0,-16 3 0,8-2 0,-1 7 0,-7-4 0,7 3 0,-10 3 0,11-7 0,-8 6 0,16-3 0,-16-2 0,17 2 0,-17 4 0,17-8 0,-8 6 0,11-8 0,6-2 0,-5 8 0,11 0 0,-12 6 0,5 1 0,0 0 0,0 9 0,7-6 0,-2 16 0,0-8 0,-2 23 0,1-9 0,-3 21 0,1 5 0,-1 2 0,-1 11 0,0-1 0,9-10 0,-7 11 0,16 0 0,-15-12 0,15 12 0,-15-15 0,15 0 0,-6 0 0,0 0 0,6 0 0,-16 15 0,15-12 0,-6 12 0,9-15 0,0 0 0,0 0 0,-9 0 0,7 0 0,-6 0 0,8-12 0,0-4-6784,0-11 6784,0 11 0,0-8 0,0 9 0,0-13 0,0 1 0,0-1 0,0 0 6784,0 1-6784,0 12 0,0-10 0,0 22 0,0-9 0,0 12 0,8 0 0,-6-13 0,16 25 0,-7-20 0,8 10 0,-1-5 0,0-9 0,0 12 0,-7-13 0,5 10 0,-7-21 0,9 9 0,-3-13 0,2 13 0,0-10 0,7 10 0,-7-13 0,13 1 0,-5-1 0,6 1 0,1-1 0,-3-9 0,13 11 0,-13-20 0,24 24 0,-14-21 0,12 3 0,-3-5 0,-1-5 0,1-1 0,-1 6 0,13-11-6784,-10 4 6784,10-6 0,0 0 0,2 1 0,1-1 0,9 2 0,-9-2 0,-1 1 6784,10-8-6784,-21-3 0,8 0 0,1-5 0,-9 5 0,-1-7 0,-5 0 0,-7 0 0,9 0 0,-9 0 0,-3 0 0,1 0 0,-8 0 0,17-7 0,-17-1 0,17-7 0,-7-7 0,0 6 0,-3-6 0,1 1 0,-8 6 0,7-6 0,-9 8 0,0-5 0,0 3 0,-8-2 0,7-1 0,-7-1 0,8-7 0,0 0 0,0 0 0,-1 6 0,1-4 0,0 4 0,0-6 0,9-2 0,-6 1 0,6-1 0,18-15 0,-21 12 0,31-14 0,-21 5 0,6 5 0,-6-5 0,3 9 0,-17 11 0,7-7 0,-9 7 0,0 0 0,-6-5 0,-1 5 0,-6-6 0,-2 8 0,2-6 0,0-5 0,0 1 0,2-17 0,0 7 0,1-9 0,0-1 0,1-12 0,-8 10 0,7-22 0,-14 9 0,7 1 0,-9-10 0,0 9 0,0-12 0,0 0 0,0 0 0,0 0 0,0 0 0,0 12 0,0-23 0,0 19 0,0-10 0,0 5 0,0-6 0,0 12 0,0-21 0,0 24 0,0-12 0,0 0 0,0-14 0,0 10 0,0-11 0,0 0 0,0 24 0,0-21 0,0 37 0,0-22 0,0 21 0,0-8 0,0-1 0,0 9 0,0-8 0,0 11 0,0 1 0,0-1 0,0-11 0,0 8 0,0-9 0,-7 13 0,-2 0 0,0-13 0,-5 9 0,5-8 0,-8-1 0,-6 10 0,4-10 0,-4 12 0,1 1 0,4-1 0,-12 1 0,8 9 0,-9-7 0,2 7 0,0 1 0,1 1 0,2 10 0,-3-9 0,9 7 0,-7-8 0,7 10 0,-6 1 0,6-1 0,-5 0 0,11 0 0,-5 0 0,1 6 0,4-4 0,-5 4 0,6-6 0,-1-9 0,-5 12 0,9-11 0,-7 14 0,10-6 0,-12 6 0,5-4 0,-5 4 0,6-6 0,-6 6 0,5-4 0,-3 11 0,5-4 0,-5 5 0,6 2 0,-6-1 0,7 1 0,0 0 0,0 4 0,0 2 0,0 4 0,0 0 0,4 0 0,2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23:54:37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2997 1973 24575,'-16'0'0,"-5"-12"0,9 5 0,-12-11 0,12 7 0,-12-7 0,5 5 0,-6-12 0,6 12 0,-5-5 0,11 1 0,-12 2 0,5-9 0,2 11 0,-6-11 0,5 11 0,-1-11 0,-5 9 0,5-9 0,-6 10 0,1-5 0,-1 0 0,0 5 0,0-10 0,0 9 0,-9-12 0,-3 11 0,0-11 0,-7 10 0,8-3 0,-15-14 0,4 6 0,-4-14 0,5 10 0,0 1 0,-1-1 0,1 0 0,-5-10 0,0-3 0,0-1 0,10 6 0,-7-2 0,20 13 0,-20-13 0,18 6 0,-5 5 0,8-4 0,2 9 0,0 0 0,0 1 0,-9-4 0,-3 7 0,0-5 0,3 6 0,9 0 0,0-3 0,-9 8 0,13-1 0,-11 3 0,14 2 0,-7-1 0,7 2 0,-5-2 0,13 3 0,-6 3 0,7-2 0,0 4 0,0-1 0,0-3 0,0 4 0,0-1 0,0-3 0,4 4 0,-3-5 0,4 0 0,-5 0 0,0 0 0,0 4 0,0-3 0,0 4 0,0-5 0,0 0 0,0 0 0,0 0 0,0 4 0,4-3 0,-3 8 0,4-8 0,-1 4 0,-3-1 0,8-3 0,-3 4 0,4-5 0,0 0 0,0 0 0,-12 4 0,10-2 0,-14 2 0,10-4 0,-4 0 0,5 0 0,-4 4 0,8-2 0,-8 6 0,8-6 0,-8 6 0,8-6 0,-8 6 0,3-6 0,-4 2 0,0-4 0,0 5 0,0-4 0,0 3 0,0 1 0,0-4 0,0 3 0,0-4 0,0 5 0,0-4 0,0 3 0,0 1 0,5-4 0,-4 8 0,3-4 0,-4 1 0,0-2 0,0-4 0,0 5 0,-7 0 0,6 1 0,-6 3 0,7-8 0,0 8 0,0-4 0,0 5 0,4-4 0,-3 3 0,4-4 0,-5 5 0,0-4 0,0 3 0,0-4 0,0 5 0,0 0 0,0 0 0,0 0 0,0 0 0,0 0 0,0 0 0,0 0 0,0 0 0,0 0 0,-7 0 0,5 0 0,-5 0 0,7 5 0,0 0 0,0 5 0,5 0 0,-4 0 0,3 0 0,1 0 0,-4-4 0,8 3 0,-4-4 0,1 5 0,3 0 0,-4 0 0,5 0 0,0 0 0,0 0 0,0 0 0,-4 0 0,3 0 0,-4 0 0,5 0 0,0 0 0,-4 0 0,3 0 0,-4 0 0,5 0 0,0 0 0,0 0 0,-4 0 0,3 0 0,-4 0 0,1 0 0,3 0 0,-8 0 0,8 0 0,-8 0 0,8 0 0,-9 7 0,8-5 0,-9 12 0,9-13 0,-8 6 0,9-7 0,-9 7 0,8-5 0,-8 5 0,9 0 0,-8-5 0,8 5 0,-3 0 0,-1-5 0,4 5 0,-3-7 0,4 0 0,0 0 0,0 0 0,0 7 0,0-6 0,0 6 0,0-7 0,0 7 0,0-5 0,0 5 0,0 0 0,0-5 0,0 5 0,0 0 0,0-5 0,0 12 0,0-5 0,0-1 0,0 6 0,0-5 0,0 7 0,0 0 0,0-7 0,0 5 0,0-13 0,0 13 0,0-12 0,0 12 0,0-12 0,0 5 0,0-7 0,0 7 0,0-5 0,0 5 0,0 0 0,0-6 0,0 13 0,0-12 0,0 5 0,0 0 0,0 2 0,0 0 0,0 14 0,0-18 0,0 18 0,0-14 0,0 0 0,0 5 0,0-12 0,0 12 0,0-6 0,0 1 0,0-2 0,0-7 0,0 0 0,4 0 0,-3 7 0,4-5 0,-5 5 0,0-7 0,4 0 0,-3 0 0,8 0 0,-8 0 0,4 0 0,0 7 0,-3-5 0,8 5 0,-9-7 0,3 7 0,1-6 0,-4 6 0,3-7 0,2 7 0,-4-5 0,8 5 0,-9-7 0,9 7 0,-8-5 0,8 5 0,-3 0 0,3-5 0,2 12 0,0-5 0,-5-1 0,3-1 0,-4 5 0,4-9 0,0 8 0,0-11 0,-5 0 0,6 7 0,-6-5 0,7 5 0,-2-7 0,0 0 0,-5 0 0,5 7 0,-4-5 0,1 5 0,2-7 0,-3 0 0,4 0 0,0 0 0,0-1 0,0 1 0,0 0 0,0 0 0,0 0 0,0 0 0,-1 0 0,1 0 0,0 0 0,0 0 0,0 0 0,0 0 0,0 0 0,0 0 0,0 0 0,0 0 0,7 2 0,-5-2 0,5 1 0,0 0 0,-5 0 0,12 1 0,-12-1 0,5 0 0,0 0 0,-6 0 0,14 1 0,-14-2 0,6 2 0,0-1 0,-5-1 0,12 3 0,-5-2 0,7 2 0,-8-5 0,6 3 0,5-3 0,9 7 0,0 0 0,7 0 0,-17-2 0,17 3 0,-17-3 0,7-5 0,1 5 0,-15-7 0,13 3 0,-23-1 0,13-6 0,-12 6 0,5-2 0,0-1 0,2 6 0,7-4 0,0 0 0,-8 3 0,-1-9 0,0 9 0,-5-8 0,12 4 0,-5-1 0,7-3 0,9 4 0,-7-6 0,8 0 0,-10 0 0,-8 0 0,6 0 0,5 0 0,-1 0 0,17 0 0,-17 0 0,17 0 0,-16 0 0,-1 0 0,-4 0 0,-12 0 0,12 0 0,4 0 0,10 0 0,0 0 0,-3 0 0,-9-6 0,0-1 0,0-1 0,-8-2 0,6 3 0,-12 2 0,5-6 0,-7 6 0,0-5 0,0 4 0,0-3 0,0 4 0,-4-5 0,3 0 0,-4 0 0,1-7 0,3 5 0,-8-5 0,8 7 0,-3-7 0,0 5 0,4-5 0,-8 7 0,6 0 0,-2 0 0,0-7 0,2 6 0,-1-13 0,4 12 0,1-12 0,-2 12 0,3-12 0,-7 12 0,4-5 0,-3 0 0,3 6 0,2-7 0,-7 8 0,4 1 0,-8-1 0,8 4 0,-8-3 0,8 4 0,-8-5 0,8 0 0,-2-7 0,3 5 0,1-5 0,-5 7 0,4-7 0,-4 5 0,1-5 0,3 0 0,-4 5 0,1-5 0,2 7 0,-8 0 0,3 0 0,-4 0 0,5 0 0,-4 0 0,3 0 0,-4 0 0,5 0 0,-4 0 0,3 0 0,-4 0 0,0 0 0,0 0 0,5 0 0,-4 0 0,3 0 0,-4 0 0,4 0 0,-2 0 0,2 0 0,-4 1 0,4-1 0,-2-7 0,2 5 0,0-5 0,-2 7 0,2-7 0,-4 5 0,4-5 0,-2 7 0,2 0 0,-4 0 0,0 0 0,0 0 0,0 0 0,0 0 0,0 0 0,0 0 0,0 0 0,4 5 0,-2-4 0,2 3 0,-4-4 0,0 0 0,0 0 0,0 5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ED74F-372C-EB42-9913-C960A348FE2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6BB68-6C5F-C940-A96C-CA22A0DE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20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67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3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8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61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51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1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53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3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8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7860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24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23888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18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9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20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7A4F7-497B-8B47-9F27-A14F3F5F8036}" type="datetimeFigureOut">
              <a:rPr lang="en-US" smtClean="0"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76489F2-B90C-C84F-8A28-2CDD67CE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1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7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14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DFD8012-D4A7-4249-B5E4-18C2E85E4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Jason Massa D.O.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37CFF-2E84-0544-87AE-11C17E8DB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>
            <a:normAutofit/>
          </a:bodyPr>
          <a:lstStyle/>
          <a:p>
            <a:r>
              <a:rPr lang="en-US" dirty="0"/>
              <a:t>Stroke Syndromes</a:t>
            </a:r>
          </a:p>
        </p:txBody>
      </p:sp>
    </p:spTree>
    <p:extLst>
      <p:ext uri="{BB962C8B-B14F-4D97-AF65-F5344CB8AC3E}">
        <p14:creationId xmlns:p14="http://schemas.microsoft.com/office/powerpoint/2010/main" val="4238100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E60ED8-D5AB-8545-BF82-133729C7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338C6-FE71-BF47-BABF-9EB103DDF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Autofit/>
          </a:bodyPr>
          <a:lstStyle/>
          <a:p>
            <a:r>
              <a:rPr lang="en-US" sz="2800" dirty="0"/>
              <a:t>Explain the different categories of ischemic and hemorrhagic stroke</a:t>
            </a:r>
          </a:p>
          <a:p>
            <a:r>
              <a:rPr lang="en-US" sz="2800" dirty="0"/>
              <a:t>Interpret the symptoms and signs present in stroke patients</a:t>
            </a:r>
          </a:p>
          <a:p>
            <a:r>
              <a:rPr lang="en-US" sz="2800" dirty="0"/>
              <a:t>Explain the most frequent syndromes produced by cerebrovascular disease</a:t>
            </a:r>
          </a:p>
          <a:p>
            <a:r>
              <a:rPr lang="en-US" sz="2800" dirty="0"/>
              <a:t>Apply the acquired knowledge to clinical examples, with a focus on localization</a:t>
            </a:r>
          </a:p>
        </p:txBody>
      </p:sp>
    </p:spTree>
    <p:extLst>
      <p:ext uri="{BB962C8B-B14F-4D97-AF65-F5344CB8AC3E}">
        <p14:creationId xmlns:p14="http://schemas.microsoft.com/office/powerpoint/2010/main" val="3454530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7996C-6B99-884F-8A52-C3D4C2A02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Contents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E30BC60B-5B91-481E-B061-852CFD9D51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186676"/>
              </p:ext>
            </p:extLst>
          </p:nvPr>
        </p:nvGraphicFramePr>
        <p:xfrm>
          <a:off x="6538759" y="663144"/>
          <a:ext cx="5511296" cy="5545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3511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99D7A-62B0-B646-87A2-D5123DBD9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What is a Stroke?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7E5A5-0A6D-0544-8A75-2D26E7780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“Infarct</a:t>
            </a:r>
            <a:r>
              <a:rPr lang="en-US">
                <a:solidFill>
                  <a:schemeClr val="bg1"/>
                </a:solidFill>
              </a:rPr>
              <a:t> of the brain, spinal cord, or retinal cell death </a:t>
            </a:r>
            <a:r>
              <a:rPr lang="en-US" b="1">
                <a:solidFill>
                  <a:schemeClr val="bg1"/>
                </a:solidFill>
              </a:rPr>
              <a:t>attributable to ischemia…”</a:t>
            </a:r>
          </a:p>
          <a:p>
            <a:r>
              <a:rPr lang="en-US" b="1">
                <a:solidFill>
                  <a:schemeClr val="bg1"/>
                </a:solidFill>
              </a:rPr>
              <a:t>Broad definition includes:</a:t>
            </a:r>
          </a:p>
          <a:p>
            <a:pPr lvl="1"/>
            <a:r>
              <a:rPr lang="en-US" b="1">
                <a:solidFill>
                  <a:schemeClr val="bg1"/>
                </a:solidFill>
              </a:rPr>
              <a:t>Ischemic stroke</a:t>
            </a:r>
          </a:p>
          <a:p>
            <a:pPr lvl="1"/>
            <a:r>
              <a:rPr lang="en-US" b="1">
                <a:solidFill>
                  <a:schemeClr val="bg1"/>
                </a:solidFill>
              </a:rPr>
              <a:t>Hemorrhagic stroke</a:t>
            </a:r>
          </a:p>
          <a:p>
            <a:pPr lvl="1"/>
            <a:r>
              <a:rPr lang="en-US" b="1">
                <a:solidFill>
                  <a:schemeClr val="bg1"/>
                </a:solidFill>
              </a:rPr>
              <a:t>‘Silent’ strokes</a:t>
            </a:r>
          </a:p>
          <a:p>
            <a:pPr lvl="1"/>
            <a:r>
              <a:rPr lang="en-US" b="1">
                <a:solidFill>
                  <a:schemeClr val="bg1"/>
                </a:solidFill>
              </a:rPr>
              <a:t>Venous infarcts</a:t>
            </a:r>
          </a:p>
          <a:p>
            <a:pPr lvl="1"/>
            <a:r>
              <a:rPr lang="en-US" b="1">
                <a:solidFill>
                  <a:schemeClr val="bg1"/>
                </a:solidFill>
              </a:rPr>
              <a:t>Stroke, NOS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 descr="Text, letter&#10;&#10;Description automatically generated">
            <a:extLst>
              <a:ext uri="{FF2B5EF4-FFF2-40B4-BE49-F238E27FC236}">
                <a16:creationId xmlns:a16="http://schemas.microsoft.com/office/drawing/2014/main" id="{30D27F99-C954-AF41-8394-92651ED39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352" y="111939"/>
            <a:ext cx="3333646" cy="6634122"/>
          </a:xfrm>
          <a:prstGeom prst="rect">
            <a:avLst/>
          </a:prstGeom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717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FD2DFA-0583-BD47-84C0-61EB7F71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Classification of Strokes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DFF65-9AA0-8C48-89BE-3CFC3A172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Ischemic</a:t>
            </a:r>
          </a:p>
          <a:p>
            <a:pPr lvl="1"/>
            <a:r>
              <a:rPr lang="en-US" dirty="0"/>
              <a:t>Deprivation of oxygen carrying blood supply rapidly causes damage to neural tissue</a:t>
            </a:r>
          </a:p>
          <a:p>
            <a:pPr lvl="1"/>
            <a:r>
              <a:rPr lang="en-US" dirty="0"/>
              <a:t>Arterial occlusion</a:t>
            </a:r>
          </a:p>
          <a:p>
            <a:pPr lvl="1"/>
            <a:r>
              <a:rPr lang="en-US" dirty="0"/>
              <a:t>Venous occlusion (see clinical stroke lecture)</a:t>
            </a:r>
          </a:p>
          <a:p>
            <a:pPr lvl="1"/>
            <a:r>
              <a:rPr lang="en-US" dirty="0"/>
              <a:t>Hypotension -&gt; hypoperfusion</a:t>
            </a:r>
          </a:p>
          <a:p>
            <a:r>
              <a:rPr lang="en-US" dirty="0"/>
              <a:t>Hemorrhagic</a:t>
            </a:r>
          </a:p>
          <a:p>
            <a:pPr lvl="1"/>
            <a:r>
              <a:rPr lang="en-US" dirty="0"/>
              <a:t>Intracerebral (intraparenchymal) Hemorrhagic (ICH)</a:t>
            </a:r>
          </a:p>
          <a:p>
            <a:pPr lvl="1"/>
            <a:r>
              <a:rPr lang="en-US" dirty="0"/>
              <a:t>Subarachnoid hemorrhage (see clinical stroke lecture)</a:t>
            </a:r>
          </a:p>
          <a:p>
            <a:pPr lvl="1"/>
            <a:r>
              <a:rPr lang="en-US" dirty="0"/>
              <a:t>Subdural and epidural hemorrhage (see neurologic emergencies lecture)</a:t>
            </a:r>
          </a:p>
        </p:txBody>
      </p:sp>
    </p:spTree>
    <p:extLst>
      <p:ext uri="{BB962C8B-B14F-4D97-AF65-F5344CB8AC3E}">
        <p14:creationId xmlns:p14="http://schemas.microsoft.com/office/powerpoint/2010/main" val="2822447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DDBD3-937C-774B-B113-B3980720A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Classification of Stroke - Ischemic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27E3B-40A9-CB49-B0D9-CCB89AA3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09600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Large vessel occlusion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Blockage of a large, named artery such as the middle cerebral artery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Can be due to embolism or stenosis leading to occlusion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Anterior circulation:</a:t>
            </a:r>
          </a:p>
          <a:p>
            <a:pPr lvl="2"/>
            <a:r>
              <a:rPr lang="en-US" sz="2000" dirty="0">
                <a:solidFill>
                  <a:srgbClr val="FFFFFF"/>
                </a:solidFill>
              </a:rPr>
              <a:t>ACA and MCA syndromes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Posterior circulation:</a:t>
            </a:r>
          </a:p>
          <a:p>
            <a:pPr lvl="2"/>
            <a:r>
              <a:rPr lang="en-US" sz="2000" dirty="0">
                <a:solidFill>
                  <a:srgbClr val="FFFFFF"/>
                </a:solidFill>
              </a:rPr>
              <a:t>PCA, Basilar artery syndromes</a:t>
            </a:r>
          </a:p>
        </p:txBody>
      </p:sp>
    </p:spTree>
    <p:extLst>
      <p:ext uri="{BB962C8B-B14F-4D97-AF65-F5344CB8AC3E}">
        <p14:creationId xmlns:p14="http://schemas.microsoft.com/office/powerpoint/2010/main" val="1483928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DDBD3-937C-774B-B113-B3980720A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Classification of Stroke - Ischemic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27E3B-40A9-CB49-B0D9-CCB89AA3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09600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Small vessel occlusion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AKA lacunar infarcts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Due to local thrombosis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Small penetrating arteries that branch directly from large vessels must handle a large increase in vessel wall stress, making them vulnerable to thrombosis.</a:t>
            </a:r>
          </a:p>
          <a:p>
            <a:pPr lvl="1"/>
            <a:r>
              <a:rPr lang="en-US" sz="2000" b="1" dirty="0">
                <a:solidFill>
                  <a:schemeClr val="accent6"/>
                </a:solidFill>
              </a:rPr>
              <a:t>Pure motor</a:t>
            </a:r>
            <a:r>
              <a:rPr lang="en-US" sz="2000" dirty="0">
                <a:solidFill>
                  <a:srgbClr val="FFFFFF"/>
                </a:solidFill>
              </a:rPr>
              <a:t>, </a:t>
            </a:r>
            <a:r>
              <a:rPr lang="en-US" sz="2000" b="1" dirty="0">
                <a:solidFill>
                  <a:schemeClr val="accent6"/>
                </a:solidFill>
              </a:rPr>
              <a:t>ataxic hemiparesis</a:t>
            </a:r>
            <a:r>
              <a:rPr lang="en-US" sz="2000" dirty="0">
                <a:solidFill>
                  <a:srgbClr val="FFFFFF"/>
                </a:solidFill>
              </a:rPr>
              <a:t>, </a:t>
            </a:r>
            <a:r>
              <a:rPr lang="en-US" sz="2000" b="1" dirty="0">
                <a:solidFill>
                  <a:schemeClr val="accent6"/>
                </a:solidFill>
              </a:rPr>
              <a:t>pure sensory</a:t>
            </a:r>
            <a:r>
              <a:rPr lang="en-US" sz="2000" dirty="0">
                <a:solidFill>
                  <a:srgbClr val="FFFFFF"/>
                </a:solidFill>
              </a:rPr>
              <a:t>, </a:t>
            </a:r>
            <a:r>
              <a:rPr lang="en-US" sz="2000" b="1" dirty="0">
                <a:solidFill>
                  <a:schemeClr val="accent6"/>
                </a:solidFill>
              </a:rPr>
              <a:t>dysarthria-clumsy hand</a:t>
            </a:r>
            <a:r>
              <a:rPr lang="en-US" sz="2000" dirty="0">
                <a:solidFill>
                  <a:srgbClr val="FFFFFF"/>
                </a:solidFill>
              </a:rPr>
              <a:t>, and </a:t>
            </a:r>
            <a:r>
              <a:rPr lang="en-US" sz="2000" b="1" dirty="0">
                <a:solidFill>
                  <a:schemeClr val="accent6"/>
                </a:solidFill>
              </a:rPr>
              <a:t>sensory-motor</a:t>
            </a:r>
            <a:r>
              <a:rPr lang="en-US" sz="2000" dirty="0">
                <a:solidFill>
                  <a:srgbClr val="FFFFFF"/>
                </a:solidFill>
              </a:rPr>
              <a:t> syndromes.</a:t>
            </a:r>
          </a:p>
        </p:txBody>
      </p:sp>
    </p:spTree>
    <p:extLst>
      <p:ext uri="{BB962C8B-B14F-4D97-AF65-F5344CB8AC3E}">
        <p14:creationId xmlns:p14="http://schemas.microsoft.com/office/powerpoint/2010/main" val="665476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DDBD3-937C-774B-B113-B3980720A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Classification of Stroke - Ischemic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27E3B-40A9-CB49-B0D9-CCB89AA3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09600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Hypoperfusion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Watershed infarcts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Seen in patients with precipitous drops in blood pressure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Affects areas of the brain which are in the ‘watershed’ regions between major arterial distributions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These areas lack the collateral blood flow that other areas have, making them vulnerable to the effects of low pressure</a:t>
            </a:r>
          </a:p>
        </p:txBody>
      </p:sp>
    </p:spTree>
    <p:extLst>
      <p:ext uri="{BB962C8B-B14F-4D97-AF65-F5344CB8AC3E}">
        <p14:creationId xmlns:p14="http://schemas.microsoft.com/office/powerpoint/2010/main" val="2436044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DDBD3-937C-774B-B113-B3980720A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4495242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Classification of Stroke - Hemorrhagic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27E3B-40A9-CB49-B0D9-CCB89AA3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09600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Intracerebral Hemorrhage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Bleeding withing the parenchyma of the brain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Chronic degenerative changes of the penetrating arteries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Most common sites are putamen/internal capsule, deep white matter, thalamus, cerebellum, and pons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Large blood volume causes mass effect on surrounding tissue, can lead to herniation.</a:t>
            </a:r>
          </a:p>
        </p:txBody>
      </p:sp>
    </p:spTree>
    <p:extLst>
      <p:ext uri="{BB962C8B-B14F-4D97-AF65-F5344CB8AC3E}">
        <p14:creationId xmlns:p14="http://schemas.microsoft.com/office/powerpoint/2010/main" val="2558851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9BCC2-FA54-3743-904B-15CBF66A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Cerebral Circulation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B75A-03CC-2848-925A-4061FC2D8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Anterior circulation begins with the carotid arteries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Left common carotid directly off of the aortic arch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Right common carotid is a branch of the brachiocephalic trunk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accent6"/>
                </a:solidFill>
              </a:rPr>
              <a:t>Internal carotid</a:t>
            </a:r>
            <a:r>
              <a:rPr lang="en-US" dirty="0">
                <a:solidFill>
                  <a:schemeClr val="bg1"/>
                </a:solidFill>
              </a:rPr>
              <a:t> supplies the brain</a:t>
            </a:r>
          </a:p>
          <a:p>
            <a:r>
              <a:rPr lang="en-US" dirty="0">
                <a:solidFill>
                  <a:schemeClr val="bg1"/>
                </a:solidFill>
              </a:rPr>
              <a:t>Posterior circulation begins with the vertebral arteries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Bilaterally these are branches off the subclavian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A28B4B-84E3-3643-856B-9AEDC04CA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553" y="1099752"/>
            <a:ext cx="6676881" cy="5024352"/>
          </a:xfrm>
          <a:prstGeom prst="rect">
            <a:avLst/>
          </a:pr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14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7" descr="FigureI">
            <a:extLst>
              <a:ext uri="{FF2B5EF4-FFF2-40B4-BE49-F238E27FC236}">
                <a16:creationId xmlns:a16="http://schemas.microsoft.com/office/drawing/2014/main" id="{39430C82-FE8D-F045-A5CE-3D23FFE449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529" t="7863"/>
          <a:stretch/>
        </p:blipFill>
        <p:spPr bwMode="auto">
          <a:xfrm>
            <a:off x="4493740" y="373157"/>
            <a:ext cx="6858000" cy="611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9BCC2-FA54-3743-904B-15CBF66A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Cerebral Circulation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B75A-03CC-2848-925A-4061FC2D8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Anterior circulation – ICA branches: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Middle Cerebral Artery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Anterior Cerebral Artery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Lenticulostriate Arteries</a:t>
            </a:r>
          </a:p>
          <a:p>
            <a:r>
              <a:rPr lang="en-US" dirty="0">
                <a:solidFill>
                  <a:schemeClr val="bg1"/>
                </a:solidFill>
              </a:rPr>
              <a:t>Posterior circulation: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Vertebral Arteries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PICA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Basilar Artery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AICA, SCA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Pontine perforating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Terminates into bilateral PCAs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99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9BCC2-FA54-3743-904B-15CBF66A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Cerebral Circulation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B75A-03CC-2848-925A-4061FC2D8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89"/>
            <a:ext cx="3973943" cy="39479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Circle of Willis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Provides redundancy to the cerebral circulation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Anterior communicating artery connects the two ACAs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Posterior communicating artery connects the ICA to ipsilateral PCA</a:t>
            </a:r>
          </a:p>
          <a:p>
            <a:pPr lvl="1">
              <a:lnSpc>
                <a:spcPct val="90000"/>
              </a:lnSpc>
            </a:pPr>
            <a:r>
              <a:rPr lang="en-US" b="1" dirty="0">
                <a:solidFill>
                  <a:schemeClr val="accent6"/>
                </a:solidFill>
              </a:rPr>
              <a:t>HIGHLY VARIABLE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Common variant: ‘Fetal PCA’</a:t>
            </a:r>
          </a:p>
          <a:p>
            <a:pPr lvl="2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No connection between PCA and the basilar, with the PCA instead fed by the PCOM</a:t>
            </a:r>
          </a:p>
        </p:txBody>
      </p:sp>
      <p:pic>
        <p:nvPicPr>
          <p:cNvPr id="12" name="Picture 11" descr="FigureI.50A.jpg Anterior and posterior circulation.jpg">
            <a:extLst>
              <a:ext uri="{FF2B5EF4-FFF2-40B4-BE49-F238E27FC236}">
                <a16:creationId xmlns:a16="http://schemas.microsoft.com/office/drawing/2014/main" id="{E5C2EF79-4BAA-C245-AC23-941A4E21E1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1" y="1031015"/>
            <a:ext cx="5143500" cy="4783455"/>
          </a:xfrm>
          <a:prstGeom prst="rect">
            <a:avLst/>
          </a:prstGeom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646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ACD8A-0CA6-2343-8FF7-2CB502C33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Cortical Vessel Distributions</a:t>
            </a:r>
          </a:p>
        </p:txBody>
      </p:sp>
      <p:pic>
        <p:nvPicPr>
          <p:cNvPr id="4" name="Picture 4" descr="Fig 10_5">
            <a:extLst>
              <a:ext uri="{FF2B5EF4-FFF2-40B4-BE49-F238E27FC236}">
                <a16:creationId xmlns:a16="http://schemas.microsoft.com/office/drawing/2014/main" id="{99019E8E-69DE-6A4E-99F3-A8837629C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668" y="1794475"/>
            <a:ext cx="8870334" cy="3694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1846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FD2DFA-0583-BD47-84C0-61EB7F71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/>
              <a:t>Anterior Large Vessel Syndromes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A21CDE-DFC7-A049-805E-5E63F57AF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2119626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2944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29B4759-5563-9144-9F68-CD674B0E3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53" y="197708"/>
            <a:ext cx="6509642" cy="6462584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Proximal M1 Occlusion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Occlusion proximal to the origin of the lenticulostriate arteries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Contralateral hemiplegia (body and face)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Hemianesthesia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Contralateral homonymous hemianopia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Ipsilateral gaze preference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Global aphasia – if dominant hemisphere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Severe hemineglect and anosognosia – if non-dominant hemisphere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D6FE94F-BA7B-9D4E-956F-0ECE5095348D}"/>
                  </a:ext>
                </a:extLst>
              </p14:cNvPr>
              <p14:cNvContentPartPr/>
              <p14:nvPr/>
            </p14:nvContentPartPr>
            <p14:xfrm>
              <a:off x="7995864" y="612289"/>
              <a:ext cx="2884680" cy="3931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D6FE94F-BA7B-9D4E-956F-0ECE509534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8224" y="594649"/>
                <a:ext cx="2920320" cy="396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625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29B4759-5563-9144-9F68-CD674B0E3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53" y="197708"/>
            <a:ext cx="6509642" cy="6462584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Distal M1 Occlusion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Occlusion distal to lenticulostriate – spares the internal capsule and other deeper structures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Contralateral hemiplegia – </a:t>
            </a:r>
            <a:r>
              <a:rPr lang="en-US" sz="1500" b="1" dirty="0">
                <a:solidFill>
                  <a:schemeClr val="accent6"/>
                </a:solidFill>
              </a:rPr>
              <a:t>face and arm &gt;&gt; leg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Hemianesthesia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Contralateral homonymous hemianopia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Ipsilateral gaze preference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Global aphasia – if dominant hemisphere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Severe hemineglect and anosognosia – if non-dominant hemisphere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939F0CF-DD7F-534A-B9D1-A6B7F4B45FFD}"/>
                  </a:ext>
                </a:extLst>
              </p14:cNvPr>
              <p14:cNvContentPartPr/>
              <p14:nvPr/>
            </p14:nvContentPartPr>
            <p14:xfrm>
              <a:off x="8049144" y="663769"/>
              <a:ext cx="2821320" cy="3794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939F0CF-DD7F-534A-B9D1-A6B7F4B45F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31144" y="646129"/>
                <a:ext cx="2856960" cy="383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8861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29B4759-5563-9144-9F68-CD674B0E3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53" y="197708"/>
            <a:ext cx="6509642" cy="6462584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Superior M2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Beyond first branch of MCA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Contralateral hemiplegia – </a:t>
            </a:r>
            <a:r>
              <a:rPr lang="en-US" sz="1500" b="1" dirty="0">
                <a:solidFill>
                  <a:schemeClr val="accent6"/>
                </a:solidFill>
              </a:rPr>
              <a:t>face and arm &gt;&gt; leg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Hemianesthesia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Contralateral homonymous hemianopia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Ipsilateral gaze preference</a:t>
            </a:r>
          </a:p>
          <a:p>
            <a:pPr lvl="1">
              <a:lnSpc>
                <a:spcPct val="90000"/>
              </a:lnSpc>
            </a:pPr>
            <a:r>
              <a:rPr lang="en-US" sz="1500" b="1" dirty="0">
                <a:solidFill>
                  <a:schemeClr val="accent6"/>
                </a:solidFill>
              </a:rPr>
              <a:t>Broca’s aphasia</a:t>
            </a:r>
            <a:r>
              <a:rPr lang="en-US" sz="1500" dirty="0">
                <a:solidFill>
                  <a:schemeClr val="bg1"/>
                </a:solidFill>
              </a:rPr>
              <a:t> – initial global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Severe hemineglect and anosognosia – if non-dominant hemisphere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7E3E96-08B3-124F-B974-94F55721A0DE}"/>
                  </a:ext>
                </a:extLst>
              </p14:cNvPr>
              <p14:cNvContentPartPr/>
              <p14:nvPr/>
            </p14:nvContentPartPr>
            <p14:xfrm>
              <a:off x="8095944" y="679249"/>
              <a:ext cx="2551680" cy="2572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7E3E96-08B3-124F-B974-94F55721A0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78304" y="661249"/>
                <a:ext cx="2587320" cy="260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1388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29B4759-5563-9144-9F68-CD674B0E3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53" y="197708"/>
            <a:ext cx="6509642" cy="6462584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Inferior M2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Beyond first branch of MCA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Less likely to cause contralateral hemiplegia – </a:t>
            </a:r>
            <a:r>
              <a:rPr lang="en-US" sz="1500" b="1" dirty="0">
                <a:solidFill>
                  <a:schemeClr val="accent6"/>
                </a:solidFill>
              </a:rPr>
              <a:t>face, maybe arm, unlikely to affect lower extremities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Can cause contralateral superior quadrantopia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No gaze preference</a:t>
            </a:r>
          </a:p>
          <a:p>
            <a:pPr lvl="1">
              <a:lnSpc>
                <a:spcPct val="90000"/>
              </a:lnSpc>
            </a:pPr>
            <a:r>
              <a:rPr lang="en-US" sz="1500" b="1" dirty="0">
                <a:solidFill>
                  <a:schemeClr val="accent6"/>
                </a:solidFill>
              </a:rPr>
              <a:t>Wernicke’s aphasia</a:t>
            </a:r>
            <a:r>
              <a:rPr lang="en-US" sz="1500" dirty="0">
                <a:solidFill>
                  <a:schemeClr val="bg1"/>
                </a:solidFill>
              </a:rPr>
              <a:t> – initial global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A3827CE-51DB-6245-AD13-6AF0B1598E60}"/>
                  </a:ext>
                </a:extLst>
              </p14:cNvPr>
              <p14:cNvContentPartPr/>
              <p14:nvPr/>
            </p14:nvContentPartPr>
            <p14:xfrm>
              <a:off x="8940144" y="3210409"/>
              <a:ext cx="1869480" cy="1203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A3827CE-51DB-6245-AD13-6AF0B1598E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22504" y="3192409"/>
                <a:ext cx="1905120" cy="123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9418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29B4759-5563-9144-9F68-CD674B0E3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53" y="197708"/>
            <a:ext cx="6509642" cy="6462584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ACA Syndrome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Infarcts are usually only seen if occlusion occurs </a:t>
            </a:r>
            <a:r>
              <a:rPr lang="en-US" sz="1500" i="1" dirty="0">
                <a:solidFill>
                  <a:schemeClr val="bg1"/>
                </a:solidFill>
              </a:rPr>
              <a:t>distal</a:t>
            </a:r>
            <a:r>
              <a:rPr lang="en-US" sz="1500" dirty="0">
                <a:solidFill>
                  <a:schemeClr val="bg1"/>
                </a:solidFill>
              </a:rPr>
              <a:t> to anterior communicating artery</a:t>
            </a:r>
          </a:p>
          <a:p>
            <a:pPr>
              <a:lnSpc>
                <a:spcPct val="90000"/>
              </a:lnSpc>
            </a:pPr>
            <a:r>
              <a:rPr lang="en-US" sz="1500" b="1" dirty="0">
                <a:solidFill>
                  <a:schemeClr val="accent6"/>
                </a:solidFill>
              </a:rPr>
              <a:t>Contralateral sensorimotor deficit in foot and leg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Can cause a transcortical motor aphasia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Urinary incontinence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Contralateral paratonia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Contralateral apraxia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28BA3DB-7CD0-994C-A3B8-0C0BA0319135}"/>
                  </a:ext>
                </a:extLst>
              </p14:cNvPr>
              <p14:cNvContentPartPr/>
              <p14:nvPr/>
            </p14:nvContentPartPr>
            <p14:xfrm>
              <a:off x="7149864" y="556489"/>
              <a:ext cx="1028520" cy="2145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28BA3DB-7CD0-994C-A3B8-0C0BA03191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31864" y="538489"/>
                <a:ext cx="1064160" cy="21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6286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5" descr="NTCC2e-Fig-10-10-0.jpg">
            <a:extLst>
              <a:ext uri="{FF2B5EF4-FFF2-40B4-BE49-F238E27FC236}">
                <a16:creationId xmlns:a16="http://schemas.microsoft.com/office/drawing/2014/main" id="{D1859A52-095B-6A40-AB6A-CD41BB68993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1434" t="20592" r="5753" b="17174"/>
          <a:stretch/>
        </p:blipFill>
        <p:spPr bwMode="auto">
          <a:xfrm>
            <a:off x="4779390" y="1401772"/>
            <a:ext cx="7425040" cy="4198928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Watershed Infarcts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Vascular territories overlap zones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ACA-MCA</a:t>
            </a:r>
          </a:p>
          <a:p>
            <a:pPr lvl="1"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Associated with transcortical motor </a:t>
            </a:r>
            <a:r>
              <a:rPr lang="en-US" sz="1300" dirty="0" err="1">
                <a:solidFill>
                  <a:schemeClr val="bg1"/>
                </a:solidFill>
              </a:rPr>
              <a:t>aphaisa</a:t>
            </a:r>
            <a:endParaRPr lang="en-US" sz="13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MCA-PCA</a:t>
            </a:r>
          </a:p>
          <a:p>
            <a:pPr lvl="1"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Associated with transcortical sensory aphasia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Often seen after hypotensive events or in patients with many vascular risk factors after surgery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787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FD2DFA-0583-BD47-84C0-61EB7F71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Small Vessel Syndromes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A21CDE-DFC7-A049-805E-5E63F57AF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973722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2232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41BF87B9-56E4-6649-9070-46D646C90C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97"/>
          <a:stretch/>
        </p:blipFill>
        <p:spPr>
          <a:xfrm>
            <a:off x="5090475" y="369172"/>
            <a:ext cx="7113954" cy="6389973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416720" cy="137560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Pure Motor Stroke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412708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Contralateral Hemiparesis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Equal in arms/legs/face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No sensory deficits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No cortical deficits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No neglect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No aphasia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No apraxia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Localization: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Basis </a:t>
            </a:r>
            <a:r>
              <a:rPr lang="en-US" sz="1800" dirty="0" err="1">
                <a:solidFill>
                  <a:schemeClr val="bg1"/>
                </a:solidFill>
              </a:rPr>
              <a:t>Pontis</a:t>
            </a:r>
            <a:endParaRPr lang="en-US" sz="18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Posterior Limb Internal Capsule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Corona Radiata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99398EB-BC39-7B44-869B-00DAC782FB79}"/>
                  </a:ext>
                </a:extLst>
              </p14:cNvPr>
              <p14:cNvContentPartPr/>
              <p14:nvPr/>
            </p14:nvContentPartPr>
            <p14:xfrm>
              <a:off x="7284504" y="2818369"/>
              <a:ext cx="622080" cy="336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99398EB-BC39-7B44-869B-00DAC782FB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6864" y="2800729"/>
                <a:ext cx="65772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D94807B-44DA-0E4F-993D-DBF420046ABD}"/>
                  </a:ext>
                </a:extLst>
              </p14:cNvPr>
              <p14:cNvContentPartPr/>
              <p14:nvPr/>
            </p14:nvContentPartPr>
            <p14:xfrm>
              <a:off x="7207824" y="2088289"/>
              <a:ext cx="875880" cy="398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D94807B-44DA-0E4F-993D-DBF420046A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90184" y="2070649"/>
                <a:ext cx="91152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BCD376D-8596-9E47-96D0-A128C8F15747}"/>
                  </a:ext>
                </a:extLst>
              </p14:cNvPr>
              <p14:cNvContentPartPr/>
              <p14:nvPr/>
            </p14:nvContentPartPr>
            <p14:xfrm>
              <a:off x="7736304" y="4912489"/>
              <a:ext cx="339120" cy="223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BCD376D-8596-9E47-96D0-A128C8F1574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18304" y="4894489"/>
                <a:ext cx="374760" cy="25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5541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0728AF2-0183-3541-8488-36B64B78B9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20"/>
          <a:stretch/>
        </p:blipFill>
        <p:spPr>
          <a:xfrm>
            <a:off x="5251681" y="1179214"/>
            <a:ext cx="6940319" cy="5108464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48" y="643467"/>
            <a:ext cx="4848662" cy="137560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Pure Sensory Stroke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4127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Contralateral Hemianesthesia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Equal in arms/legs/face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No motor deficits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No cortical deficits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Associated with thalamic pain syndrome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Onset of </a:t>
            </a:r>
            <a:r>
              <a:rPr lang="en-US" sz="1800" dirty="0" err="1">
                <a:solidFill>
                  <a:schemeClr val="bg1"/>
                </a:solidFill>
              </a:rPr>
              <a:t>hemibody</a:t>
            </a:r>
            <a:r>
              <a:rPr lang="en-US" sz="1800" dirty="0">
                <a:solidFill>
                  <a:schemeClr val="bg1"/>
                </a:solidFill>
              </a:rPr>
              <a:t> pain days to weeks after stroke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Localization: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VPL, VPM of thalamus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870E80-78C0-6541-95DE-51EA08499A1A}"/>
                  </a:ext>
                </a:extLst>
              </p14:cNvPr>
              <p14:cNvContentPartPr/>
              <p14:nvPr/>
            </p14:nvContentPartPr>
            <p14:xfrm>
              <a:off x="7913064" y="3456649"/>
              <a:ext cx="1405440" cy="609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B870E80-78C0-6541-95DE-51EA08499A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95064" y="3439009"/>
                <a:ext cx="1441080" cy="64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4376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6" descr="Fig 10_9">
            <a:extLst>
              <a:ext uri="{FF2B5EF4-FFF2-40B4-BE49-F238E27FC236}">
                <a16:creationId xmlns:a16="http://schemas.microsoft.com/office/drawing/2014/main" id="{BA301CAF-8B4F-B842-B0B2-C7A3884ED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8984" t="46037" r="22508"/>
          <a:stretch>
            <a:fillRect/>
          </a:stretch>
        </p:blipFill>
        <p:spPr bwMode="auto">
          <a:xfrm>
            <a:off x="5333880" y="109534"/>
            <a:ext cx="6519256" cy="663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48" y="643467"/>
            <a:ext cx="4848662" cy="137560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Mixed Sensorimotor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4127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Contralateral Hemiparesis and Hemisensory loss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Equal in arms/legs/face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No cortical deficits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Localization: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Thalamus plus internal capsule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97C8A5-B5D2-FF42-809C-B0BB685B7042}"/>
                  </a:ext>
                </a:extLst>
              </p14:cNvPr>
              <p14:cNvContentPartPr/>
              <p14:nvPr/>
            </p14:nvContentPartPr>
            <p14:xfrm>
              <a:off x="8391864" y="2731609"/>
              <a:ext cx="776520" cy="991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97C8A5-B5D2-FF42-809C-B0BB685B70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3864" y="2713609"/>
                <a:ext cx="812160" cy="10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4319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6" descr="Fig 10_9">
            <a:extLst>
              <a:ext uri="{FF2B5EF4-FFF2-40B4-BE49-F238E27FC236}">
                <a16:creationId xmlns:a16="http://schemas.microsoft.com/office/drawing/2014/main" id="{BA301CAF-8B4F-B842-B0B2-C7A3884ED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8984" t="46037" r="22508"/>
          <a:stretch>
            <a:fillRect/>
          </a:stretch>
        </p:blipFill>
        <p:spPr bwMode="auto">
          <a:xfrm>
            <a:off x="5333880" y="109534"/>
            <a:ext cx="6519256" cy="663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48" y="643467"/>
            <a:ext cx="4848662" cy="137560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Dysarthria-clumsy Hand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4127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Dysarthria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Contralateral Hand Weakness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No cortical deficits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Localization: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Genu of Internal Capsule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Basis </a:t>
            </a:r>
            <a:r>
              <a:rPr lang="en-US" sz="1800" dirty="0" err="1">
                <a:solidFill>
                  <a:schemeClr val="bg1"/>
                </a:solidFill>
              </a:rPr>
              <a:t>Pontis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53B2C5A-CD28-F14B-A624-94E45A63BB02}"/>
                  </a:ext>
                </a:extLst>
              </p14:cNvPr>
              <p14:cNvContentPartPr/>
              <p14:nvPr/>
            </p14:nvContentPartPr>
            <p14:xfrm>
              <a:off x="8480064" y="2607769"/>
              <a:ext cx="413640" cy="330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53B2C5A-CD28-F14B-A624-94E45A63BB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62424" y="2590129"/>
                <a:ext cx="449280" cy="36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4642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6" descr="Fig 10_9">
            <a:extLst>
              <a:ext uri="{FF2B5EF4-FFF2-40B4-BE49-F238E27FC236}">
                <a16:creationId xmlns:a16="http://schemas.microsoft.com/office/drawing/2014/main" id="{BA301CAF-8B4F-B842-B0B2-C7A3884ED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8984" t="46037" r="22508"/>
          <a:stretch>
            <a:fillRect/>
          </a:stretch>
        </p:blipFill>
        <p:spPr bwMode="auto">
          <a:xfrm>
            <a:off x="5333880" y="109534"/>
            <a:ext cx="6519256" cy="663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48" y="643467"/>
            <a:ext cx="4848662" cy="137560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Ataxic Hemiparesis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4127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Contralateral Hemiparesis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Contralateral Ataxia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No cortical deficits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Localization: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Internal Capsule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Basis </a:t>
            </a:r>
            <a:r>
              <a:rPr lang="en-US" sz="1800" dirty="0" err="1">
                <a:solidFill>
                  <a:schemeClr val="bg1"/>
                </a:solidFill>
              </a:rPr>
              <a:t>Pontis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419254B-1E2B-FD47-81D8-85FBD4AC7F6F}"/>
                  </a:ext>
                </a:extLst>
              </p14:cNvPr>
              <p14:cNvContentPartPr/>
              <p14:nvPr/>
            </p14:nvContentPartPr>
            <p14:xfrm>
              <a:off x="8584824" y="2747089"/>
              <a:ext cx="527400" cy="765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419254B-1E2B-FD47-81D8-85FBD4AC7F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66824" y="2729089"/>
                <a:ext cx="563040" cy="80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8973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FD2DFA-0583-BD47-84C0-61EB7F71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Posterior Circulation Syndromes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A21CDE-DFC7-A049-805E-5E63F57AF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944176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1145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6" descr="Fig 10_9">
            <a:extLst>
              <a:ext uri="{FF2B5EF4-FFF2-40B4-BE49-F238E27FC236}">
                <a16:creationId xmlns:a16="http://schemas.microsoft.com/office/drawing/2014/main" id="{BA301CAF-8B4F-B842-B0B2-C7A3884ED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8984" t="46037" r="22508"/>
          <a:stretch>
            <a:fillRect/>
          </a:stretch>
        </p:blipFill>
        <p:spPr bwMode="auto">
          <a:xfrm>
            <a:off x="5333880" y="109534"/>
            <a:ext cx="6519256" cy="663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48" y="643467"/>
            <a:ext cx="4848662" cy="137560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PCA Stroke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4127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Contralateral Hemianopia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If bilateral, cortical blindness can occur</a:t>
            </a:r>
            <a:endParaRPr lang="en-US" sz="2000" dirty="0">
              <a:solidFill>
                <a:schemeClr val="accent6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More rarely Anton’s syndrome – confabulation of sight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Proximal PCA occlusion can affect peduncular perforating branches of PCA: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Midbrain structures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6"/>
                </a:solidFill>
              </a:rPr>
              <a:t>‘Weber syndrome’ – contralateral hemiplegia + ipsilateral oculomotor palsy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DA8CC27-3638-824D-ACC2-9B2AB7156B4A}"/>
              </a:ext>
            </a:extLst>
          </p:cNvPr>
          <p:cNvGrpSpPr/>
          <p:nvPr/>
        </p:nvGrpSpPr>
        <p:grpSpPr>
          <a:xfrm>
            <a:off x="8305104" y="3694609"/>
            <a:ext cx="726480" cy="2010240"/>
            <a:chOff x="8305104" y="3694609"/>
            <a:chExt cx="726480" cy="20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FBF23C7-CD95-B64E-BDF0-C3D71532B7F5}"/>
                    </a:ext>
                  </a:extLst>
                </p14:cNvPr>
                <p14:cNvContentPartPr/>
                <p14:nvPr/>
              </p14:nvContentPartPr>
              <p14:xfrm>
                <a:off x="8305104" y="3694609"/>
                <a:ext cx="726480" cy="2010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FBF23C7-CD95-B64E-BDF0-C3D71532B7F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287464" y="3676969"/>
                  <a:ext cx="762120" cy="20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33214A6-F828-0A4A-89FE-3D5590DAF321}"/>
                    </a:ext>
                  </a:extLst>
                </p14:cNvPr>
                <p14:cNvContentPartPr/>
                <p14:nvPr/>
              </p14:nvContentPartPr>
              <p14:xfrm>
                <a:off x="8695344" y="3766249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33214A6-F828-0A4A-89FE-3D5590DAF3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77344" y="374860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044984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46E0-C992-5945-B206-D461D968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48" y="643467"/>
            <a:ext cx="4848662" cy="137560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Basilar Thrombosis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C0B3-ECD2-8547-9D32-CC228E3A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4127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Devastating injury to midbrain and pontine structures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Associated with </a:t>
            </a:r>
            <a:r>
              <a:rPr lang="en-US" sz="2000" b="1" dirty="0">
                <a:solidFill>
                  <a:schemeClr val="accent6"/>
                </a:solidFill>
              </a:rPr>
              <a:t>‘Locked in syndrome’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Patient retains awareness but complete paralysis, with intact sensation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In some cases, only able to make vertical eye movements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DD8383A7-D1D0-5747-AFFA-F7BEC6F6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538" y="101943"/>
            <a:ext cx="5198262" cy="65498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B8D20E1-3B10-5E4B-B761-AC2D4F2EC468}"/>
                  </a:ext>
                </a:extLst>
              </p14:cNvPr>
              <p14:cNvContentPartPr/>
              <p14:nvPr/>
            </p14:nvContentPartPr>
            <p14:xfrm>
              <a:off x="7520964" y="4060528"/>
              <a:ext cx="1214640" cy="2013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B8D20E1-3B10-5E4B-B761-AC2D4F2EC4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03324" y="4042888"/>
                <a:ext cx="1250280" cy="204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0748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09600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named brainstem stroke syndromes can be overwhelming</a:t>
            </a:r>
          </a:p>
          <a:p>
            <a:r>
              <a:rPr lang="en-US" dirty="0">
                <a:solidFill>
                  <a:srgbClr val="FFFFFF"/>
                </a:solidFill>
              </a:rPr>
              <a:t>The boards (and my exam questions) will always give more than the eponym, either location or blood vessel as an answer choice</a:t>
            </a:r>
          </a:p>
          <a:p>
            <a:r>
              <a:rPr lang="en-US" dirty="0">
                <a:solidFill>
                  <a:srgbClr val="FFFFFF"/>
                </a:solidFill>
              </a:rPr>
              <a:t>A simplified roadmap for dealing with brainstem vascular localization has been proposed by Peter Gates, and Australian neurologist. This is widely used in boards prep</a:t>
            </a:r>
          </a:p>
          <a:p>
            <a:r>
              <a:rPr lang="en-US" dirty="0">
                <a:solidFill>
                  <a:srgbClr val="FFFFFF"/>
                </a:solidFill>
              </a:rPr>
              <a:t>This system utilizes a focus on certain deficits that combine to make a reliable localization</a:t>
            </a:r>
          </a:p>
        </p:txBody>
      </p:sp>
    </p:spTree>
    <p:extLst>
      <p:ext uri="{BB962C8B-B14F-4D97-AF65-F5344CB8AC3E}">
        <p14:creationId xmlns:p14="http://schemas.microsoft.com/office/powerpoint/2010/main" val="3320648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09600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blood supply of the brainstem can be divided into: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Paramedian perforating arteries from the vertebral and basilar artery supplying medial aspects of the brainstem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Circumferential branches that reach the lateral aspects of the brainstem</a:t>
            </a:r>
          </a:p>
          <a:p>
            <a:r>
              <a:rPr lang="en-US" dirty="0">
                <a:solidFill>
                  <a:srgbClr val="FFFFFF"/>
                </a:solidFill>
              </a:rPr>
              <a:t>Four cranial nerves arise from the medulla (12, 11, 10, 9,) and four from the pons (8, 7, 6, and 5,) plus two from the midbrain (4 and 3.)</a:t>
            </a:r>
          </a:p>
          <a:p>
            <a:r>
              <a:rPr lang="en-US" dirty="0">
                <a:solidFill>
                  <a:srgbClr val="FFFFFF"/>
                </a:solidFill>
              </a:rPr>
              <a:t>By utilizing your knowledge of select structures within the brainstem you will be able to localize a brainstem lesion to the level (medulla, pons, midbrain,) and whether it is a lateral syndrome or medial syndrome.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Why it works</a:t>
            </a:r>
          </a:p>
        </p:txBody>
      </p:sp>
    </p:spTree>
    <p:extLst>
      <p:ext uri="{BB962C8B-B14F-4D97-AF65-F5344CB8AC3E}">
        <p14:creationId xmlns:p14="http://schemas.microsoft.com/office/powerpoint/2010/main" val="374879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Paramedian Brainstem contains sets of structures, which can be remembered as starting with ‘M’: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Motor pathways (CST)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Medial Lemnisci (vibration, proprioception)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Medial Longitudinal Fasciculus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Motor nuclei that divide evenly into 12 (3, 4, 6, 12.) All the rest are lateral brainstem</a:t>
            </a:r>
          </a:p>
          <a:p>
            <a:r>
              <a:rPr lang="en-US" dirty="0">
                <a:solidFill>
                  <a:srgbClr val="FFFFFF"/>
                </a:solidFill>
              </a:rPr>
              <a:t>Lateral Brainstem contains structures which can be remembered as starting with ‘S’: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Spinothalamic pathway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Sympathetic pathway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Sensory nucleus of CNV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Spinocerebellar tract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Plus all the motor nuclei that don’t evenly divide into 12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How it works</a:t>
            </a:r>
          </a:p>
        </p:txBody>
      </p:sp>
    </p:spTree>
    <p:extLst>
      <p:ext uri="{BB962C8B-B14F-4D97-AF65-F5344CB8AC3E}">
        <p14:creationId xmlns:p14="http://schemas.microsoft.com/office/powerpoint/2010/main" val="1256047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Step 1: Recognize the long tract findings to determine if the lesion is medial or lateral. For example: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Lateral lesions cause crossed sensory findings due to the combination of spinothalamic and CNV sensory nucleus. Pain and temp would be contralateral in the body and ipsilateral in the face.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Corticospinal tract findings suggest a paramedian localization.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Ataxia (spinocerebellar tract) that is opposite pain and temperature loss from the body localizes laterally.</a:t>
            </a:r>
          </a:p>
          <a:p>
            <a:r>
              <a:rPr lang="en-US" dirty="0">
                <a:solidFill>
                  <a:srgbClr val="FFFFFF"/>
                </a:solidFill>
              </a:rPr>
              <a:t>Step 2: Determine level of brainstem by considering cranial nerve involvement. For example: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Oculomotor palsy with CST findings suggests medial midbrain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Adding a facial nerve palsy to the third example above would give a lateral pontine localization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How it works</a:t>
            </a:r>
          </a:p>
        </p:txBody>
      </p:sp>
    </p:spTree>
    <p:extLst>
      <p:ext uri="{BB962C8B-B14F-4D97-AF65-F5344CB8AC3E}">
        <p14:creationId xmlns:p14="http://schemas.microsoft.com/office/powerpoint/2010/main" val="2853600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65 year old man with all the vascular risk factors presents with sudden onset: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Right sided UMN weakness of the face, arm, and leg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Left sided oculomotor palsy</a:t>
            </a:r>
          </a:p>
          <a:p>
            <a:pPr lvl="1"/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Medial or Lateral?</a:t>
            </a:r>
          </a:p>
          <a:p>
            <a:r>
              <a:rPr lang="en-US" dirty="0">
                <a:solidFill>
                  <a:srgbClr val="FFFFFF"/>
                </a:solidFill>
              </a:rPr>
              <a:t>Midbrain, Pons, or Medulla?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134361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65 year old man with all the vascular risk factors presents with sudden onset: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Right sided UMN weakness </a:t>
            </a:r>
            <a:r>
              <a:rPr lang="en-US" dirty="0">
                <a:solidFill>
                  <a:srgbClr val="FFFFFF"/>
                </a:solidFill>
              </a:rPr>
              <a:t>of the face, arm, and leg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Left sided oculomotor palsy</a:t>
            </a:r>
          </a:p>
          <a:p>
            <a:pPr lvl="1"/>
            <a:endParaRPr lang="en-US" dirty="0">
              <a:solidFill>
                <a:srgbClr val="FFFFFF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Medial</a:t>
            </a:r>
            <a:r>
              <a:rPr lang="en-US" dirty="0">
                <a:solidFill>
                  <a:srgbClr val="FFFFFF"/>
                </a:solidFill>
              </a:rPr>
              <a:t> or Lateral?</a:t>
            </a:r>
          </a:p>
          <a:p>
            <a:r>
              <a:rPr lang="en-US" b="1" dirty="0">
                <a:solidFill>
                  <a:schemeClr val="accent6"/>
                </a:solidFill>
              </a:rPr>
              <a:t>Midbrain</a:t>
            </a:r>
            <a:r>
              <a:rPr lang="en-US" dirty="0">
                <a:solidFill>
                  <a:srgbClr val="FFFFFF"/>
                </a:solidFill>
              </a:rPr>
              <a:t>, Pons, or Medulla?</a:t>
            </a:r>
          </a:p>
          <a:p>
            <a:r>
              <a:rPr lang="en-US" b="1" dirty="0">
                <a:solidFill>
                  <a:schemeClr val="accent6"/>
                </a:solidFill>
              </a:rPr>
              <a:t>Left medial midbrain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645032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Weber Syndrome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-Medial Midbrain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2890050"/>
            <a:ext cx="5511296" cy="36705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Contralateral Face/Arm/Leg weakness</a:t>
            </a:r>
          </a:p>
          <a:p>
            <a:r>
              <a:rPr lang="en-US" dirty="0">
                <a:solidFill>
                  <a:srgbClr val="FFFFFF"/>
                </a:solidFill>
              </a:rPr>
              <a:t>Ipsilateral Oculomotor Palsy</a:t>
            </a:r>
          </a:p>
          <a:p>
            <a:r>
              <a:rPr lang="en-US" dirty="0">
                <a:solidFill>
                  <a:srgbClr val="FFFFFF"/>
                </a:solidFill>
              </a:rPr>
              <a:t>Usually due to peduncular perforating branches off PCA</a:t>
            </a:r>
          </a:p>
        </p:txBody>
      </p:sp>
      <p:pic>
        <p:nvPicPr>
          <p:cNvPr id="15" name="Picture 14" descr="A picture containing photo, snow, dark, person&#10;&#10;Description automatically generated">
            <a:extLst>
              <a:ext uri="{FF2B5EF4-FFF2-40B4-BE49-F238E27FC236}">
                <a16:creationId xmlns:a16="http://schemas.microsoft.com/office/drawing/2014/main" id="{D7DA6911-4BC9-1147-965F-B19FB2166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612" y="61550"/>
            <a:ext cx="1830320" cy="2286633"/>
          </a:xfrm>
          <a:prstGeom prst="rect">
            <a:avLst/>
          </a:prstGeom>
        </p:spPr>
      </p:pic>
      <p:pic>
        <p:nvPicPr>
          <p:cNvPr id="17" name="Picture 6" descr="scan0008">
            <a:extLst>
              <a:ext uri="{FF2B5EF4-FFF2-40B4-BE49-F238E27FC236}">
                <a16:creationId xmlns:a16="http://schemas.microsoft.com/office/drawing/2014/main" id="{7A36A500-E66F-8344-8970-BFB7BACE8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3149" t="17679" r="5533" b="46054"/>
          <a:stretch>
            <a:fillRect/>
          </a:stretch>
        </p:blipFill>
        <p:spPr bwMode="auto">
          <a:xfrm>
            <a:off x="8318562" y="297380"/>
            <a:ext cx="3617807" cy="1853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7D9EED0-10DD-C44E-999F-C8B8845B1EB3}"/>
                  </a:ext>
                </a:extLst>
              </p14:cNvPr>
              <p14:cNvContentPartPr/>
              <p14:nvPr/>
            </p14:nvContentPartPr>
            <p14:xfrm>
              <a:off x="10160668" y="816052"/>
              <a:ext cx="1078920" cy="1015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7D9EED0-10DD-C44E-999F-C8B8845B1E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43028" y="798052"/>
                <a:ext cx="1114560" cy="105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30766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65 year old man with all the vascular risk factors presents with sudden onset: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Slurred speech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 sided LMN pattern facial weakness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 sided arm and leg ataxia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 sided Horner’s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Left sided pain and temp loss for body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 sided pain and temp loss for face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Medial or Lateral?</a:t>
            </a:r>
          </a:p>
          <a:p>
            <a:r>
              <a:rPr lang="en-US" dirty="0">
                <a:solidFill>
                  <a:schemeClr val="tx1"/>
                </a:solidFill>
              </a:rPr>
              <a:t>Midbrain, Pons, or Medulla?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550793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65 year old man with all the vascular risk factors presents with sudden onset: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Slurred speech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Right sided </a:t>
            </a:r>
            <a:r>
              <a:rPr lang="en-US" b="1" dirty="0">
                <a:solidFill>
                  <a:schemeClr val="accent6"/>
                </a:solidFill>
              </a:rPr>
              <a:t>LMN pattern facial weakness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Right sided </a:t>
            </a:r>
            <a:r>
              <a:rPr lang="en-US" b="1" dirty="0">
                <a:solidFill>
                  <a:srgbClr val="FFFFFF"/>
                </a:solidFill>
              </a:rPr>
              <a:t>arm and leg </a:t>
            </a:r>
            <a:r>
              <a:rPr lang="en-US" b="1" dirty="0">
                <a:solidFill>
                  <a:schemeClr val="accent6"/>
                </a:solidFill>
              </a:rPr>
              <a:t>ataxia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Right sided </a:t>
            </a:r>
            <a:r>
              <a:rPr lang="en-US" b="1" dirty="0">
                <a:solidFill>
                  <a:schemeClr val="accent6"/>
                </a:solidFill>
              </a:rPr>
              <a:t>Horner’s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Left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sided pain and temp loss for body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Right</a:t>
            </a:r>
            <a:r>
              <a:rPr lang="en-US" dirty="0">
                <a:solidFill>
                  <a:srgbClr val="FFFFFF"/>
                </a:solidFill>
              </a:rPr>
              <a:t> sided pain and temp loss for face</a:t>
            </a:r>
          </a:p>
          <a:p>
            <a:pPr lvl="1"/>
            <a:endParaRPr lang="en-US" b="1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Medial or </a:t>
            </a:r>
            <a:r>
              <a:rPr lang="en-US" b="1" dirty="0">
                <a:solidFill>
                  <a:schemeClr val="accent6"/>
                </a:solidFill>
              </a:rPr>
              <a:t>Lateral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  <a:p>
            <a:r>
              <a:rPr lang="en-US" dirty="0">
                <a:solidFill>
                  <a:schemeClr val="tx1"/>
                </a:solidFill>
              </a:rPr>
              <a:t>Midbrain, </a:t>
            </a:r>
            <a:r>
              <a:rPr lang="en-US" b="1" dirty="0">
                <a:solidFill>
                  <a:schemeClr val="accent6"/>
                </a:solidFill>
              </a:rPr>
              <a:t>Pons</a:t>
            </a:r>
            <a:r>
              <a:rPr lang="en-US" dirty="0">
                <a:solidFill>
                  <a:schemeClr val="tx1"/>
                </a:solidFill>
              </a:rPr>
              <a:t>, or Medulla</a:t>
            </a:r>
            <a:r>
              <a:rPr lang="en-US" dirty="0">
                <a:solidFill>
                  <a:srgbClr val="FFFFFF"/>
                </a:solidFill>
              </a:rPr>
              <a:t>?</a:t>
            </a:r>
          </a:p>
          <a:p>
            <a:r>
              <a:rPr lang="en-US" b="1" dirty="0">
                <a:solidFill>
                  <a:schemeClr val="accent6"/>
                </a:solidFill>
              </a:rPr>
              <a:t>Right lateral pontine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867536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Lateral Pontine Syndrome - 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Marie-Foix syndrome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97584"/>
            <a:ext cx="5511296" cy="5863036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Deficits are variable due to the AICA and PICA crossover</a:t>
            </a:r>
          </a:p>
          <a:p>
            <a:r>
              <a:rPr lang="en-US" dirty="0">
                <a:solidFill>
                  <a:srgbClr val="FFFFFF"/>
                </a:solidFill>
              </a:rPr>
              <a:t>Usually, an AICA syndrome</a:t>
            </a:r>
          </a:p>
          <a:p>
            <a:r>
              <a:rPr lang="en-US" dirty="0">
                <a:solidFill>
                  <a:srgbClr val="FFFFFF"/>
                </a:solidFill>
              </a:rPr>
              <a:t>Additional and variable deficits can include: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Nausea and vomiting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Vertigo – horizontal and vertical nystagmus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Tinnitus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Deafness</a:t>
            </a:r>
          </a:p>
          <a:p>
            <a:r>
              <a:rPr lang="en-US" dirty="0">
                <a:solidFill>
                  <a:srgbClr val="FFFFFF"/>
                </a:solidFill>
              </a:rPr>
              <a:t>AKA Marie-Foix syndrome</a:t>
            </a:r>
          </a:p>
        </p:txBody>
      </p:sp>
    </p:spTree>
    <p:extLst>
      <p:ext uri="{BB962C8B-B14F-4D97-AF65-F5344CB8AC3E}">
        <p14:creationId xmlns:p14="http://schemas.microsoft.com/office/powerpoint/2010/main" val="1934831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65 year old man with all the vascular risk factors presents with sudden onset: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Rightward gaze palsy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Left sided UMN body weakness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Left sided body vibration/proprioception loss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Medial or Lateral?</a:t>
            </a:r>
          </a:p>
          <a:p>
            <a:r>
              <a:rPr lang="en-US" dirty="0">
                <a:solidFill>
                  <a:schemeClr val="tx1"/>
                </a:solidFill>
              </a:rPr>
              <a:t>Midbrain, Pons, or Medulla?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502970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65 year old man with all the vascular risk factors presents with sudden onset: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Rightward gaze palsy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Left sided UMN body weakness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Left sided body vibration/proprioception loss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Medial</a:t>
            </a:r>
            <a:r>
              <a:rPr lang="en-US" dirty="0">
                <a:solidFill>
                  <a:schemeClr val="tx1"/>
                </a:solidFill>
              </a:rPr>
              <a:t> or Lateral?</a:t>
            </a:r>
          </a:p>
          <a:p>
            <a:r>
              <a:rPr lang="en-US" dirty="0">
                <a:solidFill>
                  <a:schemeClr val="tx1"/>
                </a:solidFill>
              </a:rPr>
              <a:t>Midbrain, </a:t>
            </a:r>
            <a:r>
              <a:rPr lang="en-US" b="1" dirty="0">
                <a:solidFill>
                  <a:schemeClr val="accent6"/>
                </a:solidFill>
              </a:rPr>
              <a:t>Pons</a:t>
            </a:r>
            <a:r>
              <a:rPr lang="en-US" dirty="0">
                <a:solidFill>
                  <a:schemeClr val="tx1"/>
                </a:solidFill>
              </a:rPr>
              <a:t>, or Medulla?</a:t>
            </a:r>
          </a:p>
          <a:p>
            <a:r>
              <a:rPr lang="en-US" dirty="0">
                <a:solidFill>
                  <a:schemeClr val="tx1"/>
                </a:solidFill>
              </a:rPr>
              <a:t>Medial Pontine syndrome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2526842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Medial Pontine Syndrome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Due to occlusion of the paramedian pontine perforating arteries</a:t>
            </a:r>
          </a:p>
          <a:p>
            <a:r>
              <a:rPr lang="en-US" dirty="0">
                <a:solidFill>
                  <a:schemeClr val="tx1"/>
                </a:solidFill>
              </a:rPr>
              <a:t>Deficits include: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Contralateral hemiplegia of body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Ipsilateral horizontal gaze palsy (CN6)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Contralateral vibration/proprioception loss (Medial lemniscus)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Can cause an INO due to involvement of the medial longitudinal fasciculus</a:t>
            </a:r>
          </a:p>
        </p:txBody>
      </p:sp>
    </p:spTree>
    <p:extLst>
      <p:ext uri="{BB962C8B-B14F-4D97-AF65-F5344CB8AC3E}">
        <p14:creationId xmlns:p14="http://schemas.microsoft.com/office/powerpoint/2010/main" val="1312544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65 year old man with all the vascular risk factors presents with sudden onset: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Left sided UMN body weakness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Left sided body vibration/proprioception loss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 sided tongue weakness (tongue deviates towards the right)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Medial or Lateral?</a:t>
            </a:r>
          </a:p>
          <a:p>
            <a:r>
              <a:rPr lang="en-US" dirty="0">
                <a:solidFill>
                  <a:schemeClr val="tx1"/>
                </a:solidFill>
              </a:rPr>
              <a:t>Midbrain, Pons, or Medulla?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764165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65 year old man with all the vascular risk factors presents with sudden onset: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Left sided UMN body weakness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Left sided body vibration/proprioception loss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Right sided tongue weakness </a:t>
            </a:r>
            <a:r>
              <a:rPr lang="en-US" dirty="0">
                <a:solidFill>
                  <a:schemeClr val="tx1"/>
                </a:solidFill>
              </a:rPr>
              <a:t>(tongue deviates towards the right)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Medial</a:t>
            </a:r>
            <a:r>
              <a:rPr lang="en-US" dirty="0">
                <a:solidFill>
                  <a:schemeClr val="tx1"/>
                </a:solidFill>
              </a:rPr>
              <a:t> or Lateral?</a:t>
            </a:r>
          </a:p>
          <a:p>
            <a:r>
              <a:rPr lang="en-US" dirty="0">
                <a:solidFill>
                  <a:schemeClr val="tx1"/>
                </a:solidFill>
              </a:rPr>
              <a:t>Midbrain, Pons, or </a:t>
            </a:r>
            <a:r>
              <a:rPr lang="en-US" b="1" dirty="0">
                <a:solidFill>
                  <a:schemeClr val="accent6"/>
                </a:solidFill>
              </a:rPr>
              <a:t>Medulla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  <a:p>
            <a:r>
              <a:rPr lang="en-US" dirty="0">
                <a:solidFill>
                  <a:schemeClr val="tx1"/>
                </a:solidFill>
              </a:rPr>
              <a:t>Medial Medullary Syndrome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208901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Medial Medullary Syndrome – Alternating Hemiplegia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Due to occlusion of the paramedian branches of the </a:t>
            </a:r>
            <a:r>
              <a:rPr lang="en-US" dirty="0" err="1">
                <a:solidFill>
                  <a:schemeClr val="tx1"/>
                </a:solidFill>
              </a:rPr>
              <a:t>vertebrals</a:t>
            </a:r>
            <a:r>
              <a:rPr lang="en-US" dirty="0">
                <a:solidFill>
                  <a:schemeClr val="tx1"/>
                </a:solidFill>
              </a:rPr>
              <a:t> or the anterior spinal artery</a:t>
            </a:r>
          </a:p>
          <a:p>
            <a:r>
              <a:rPr lang="en-US" dirty="0">
                <a:solidFill>
                  <a:schemeClr val="tx1"/>
                </a:solidFill>
              </a:rPr>
              <a:t>Called alternating hemiplegia because of the crossed motor deficits</a:t>
            </a:r>
          </a:p>
          <a:p>
            <a:r>
              <a:rPr lang="en-US" dirty="0">
                <a:solidFill>
                  <a:schemeClr val="tx1"/>
                </a:solidFill>
              </a:rPr>
              <a:t>Deficits include: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Contralateral hemiplegia of body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Contralateral vibration/proprioception loss (Medial lemniscus)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Ipsilateral LMN tongue weakness (CN12)</a:t>
            </a:r>
          </a:p>
        </p:txBody>
      </p:sp>
    </p:spTree>
    <p:extLst>
      <p:ext uri="{BB962C8B-B14F-4D97-AF65-F5344CB8AC3E}">
        <p14:creationId xmlns:p14="http://schemas.microsoft.com/office/powerpoint/2010/main" val="2936524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65 year old man with all the vascular risk factors presents with sudden onset: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 sided ataxia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Left sided body pain and temperature sensation loss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 sided facial pain and temperature sensation loss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 sided Horner’s syndrome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Dysarthria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Flattened palate on the right</a:t>
            </a:r>
          </a:p>
          <a:p>
            <a:r>
              <a:rPr lang="en-US" dirty="0">
                <a:solidFill>
                  <a:schemeClr val="tx1"/>
                </a:solidFill>
              </a:rPr>
              <a:t>Medial or Lateral?</a:t>
            </a:r>
          </a:p>
          <a:p>
            <a:r>
              <a:rPr lang="en-US" dirty="0">
                <a:solidFill>
                  <a:schemeClr val="tx1"/>
                </a:solidFill>
              </a:rPr>
              <a:t>Midbrain, Pons, or Medulla?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4167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65 year old man with all the vascular risk factors presents with sudden onset: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 sided </a:t>
            </a:r>
            <a:r>
              <a:rPr lang="en-US" b="1" dirty="0">
                <a:solidFill>
                  <a:schemeClr val="accent6"/>
                </a:solidFill>
              </a:rPr>
              <a:t>ataxia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Left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sided body pain and temperature sensation loss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Right</a:t>
            </a:r>
            <a:r>
              <a:rPr lang="en-US" dirty="0">
                <a:solidFill>
                  <a:schemeClr val="tx1"/>
                </a:solidFill>
              </a:rPr>
              <a:t> sided facial pain and temperature sensation loss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Right sided </a:t>
            </a:r>
            <a:r>
              <a:rPr lang="en-US" b="1" dirty="0">
                <a:solidFill>
                  <a:schemeClr val="tx1"/>
                </a:solidFill>
              </a:rPr>
              <a:t>Horner’s</a:t>
            </a:r>
            <a:r>
              <a:rPr lang="en-US" dirty="0">
                <a:solidFill>
                  <a:schemeClr val="tx1"/>
                </a:solidFill>
              </a:rPr>
              <a:t> syndrome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Dysarthria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Flattened palate </a:t>
            </a:r>
            <a:r>
              <a:rPr lang="en-US" dirty="0">
                <a:solidFill>
                  <a:schemeClr val="tx1"/>
                </a:solidFill>
              </a:rPr>
              <a:t>on the right</a:t>
            </a:r>
          </a:p>
          <a:p>
            <a:r>
              <a:rPr lang="en-US" dirty="0">
                <a:solidFill>
                  <a:schemeClr val="tx1"/>
                </a:solidFill>
              </a:rPr>
              <a:t>Medial or </a:t>
            </a:r>
            <a:r>
              <a:rPr lang="en-US" b="1" dirty="0">
                <a:solidFill>
                  <a:schemeClr val="accent6"/>
                </a:solidFill>
              </a:rPr>
              <a:t>Lateral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  <a:p>
            <a:r>
              <a:rPr lang="en-US" dirty="0">
                <a:solidFill>
                  <a:schemeClr val="tx1"/>
                </a:solidFill>
              </a:rPr>
              <a:t>Midbrain, Pons, or </a:t>
            </a:r>
            <a:r>
              <a:rPr lang="en-US" b="1" dirty="0">
                <a:solidFill>
                  <a:schemeClr val="accent6"/>
                </a:solidFill>
              </a:rPr>
              <a:t>Medulla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  <a:p>
            <a:r>
              <a:rPr lang="en-US" dirty="0">
                <a:solidFill>
                  <a:schemeClr val="tx1"/>
                </a:solidFill>
              </a:rPr>
              <a:t>Right Lateral Medulla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9565-030C-0B4F-8D8E-3E7C177786DE}"/>
              </a:ext>
            </a:extLst>
          </p:cNvPr>
          <p:cNvSpPr txBox="1"/>
          <p:nvPr/>
        </p:nvSpPr>
        <p:spPr>
          <a:xfrm>
            <a:off x="6499654" y="296562"/>
            <a:ext cx="405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4181532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9C11-F2C3-754F-B9F2-429D661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Brainstem Stroke Syndromes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Lateral Medullary Syndrome – Wallenberg’s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CB54-C4AF-654C-8AD6-09352F53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1014953"/>
            <a:ext cx="5511296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Due to occlusion of the vertebral or PICA</a:t>
            </a:r>
          </a:p>
          <a:p>
            <a:r>
              <a:rPr lang="en-US" dirty="0">
                <a:solidFill>
                  <a:schemeClr val="tx1"/>
                </a:solidFill>
              </a:rPr>
              <a:t>Deficits include: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No </a:t>
            </a:r>
            <a:r>
              <a:rPr lang="en-US" dirty="0">
                <a:solidFill>
                  <a:schemeClr val="tx1"/>
                </a:solidFill>
              </a:rPr>
              <a:t>CST findings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Ipsilateral nucleus ambiguous lesion - flattened palate, dysarthria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Ipsilateral ataxia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Ipsilateral pain and temp loss in the face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Contralateral pain and temp loss in the body</a:t>
            </a:r>
          </a:p>
        </p:txBody>
      </p:sp>
    </p:spTree>
    <p:extLst>
      <p:ext uri="{BB962C8B-B14F-4D97-AF65-F5344CB8AC3E}">
        <p14:creationId xmlns:p14="http://schemas.microsoft.com/office/powerpoint/2010/main" val="1117559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{2C6B4EA3-FAF0-2C47-9409-E515A4011E28}tf10001060</Template>
  <TotalTime>429</TotalTime>
  <Words>2276</Words>
  <Application>Microsoft Macintosh PowerPoint</Application>
  <PresentationFormat>Widescreen</PresentationFormat>
  <Paragraphs>373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Trebuchet MS</vt:lpstr>
      <vt:lpstr>Wingdings 3</vt:lpstr>
      <vt:lpstr>Facet</vt:lpstr>
      <vt:lpstr>Stroke Syndromes</vt:lpstr>
      <vt:lpstr>Learning Objectives</vt:lpstr>
      <vt:lpstr>Contents</vt:lpstr>
      <vt:lpstr>What is a Stroke?</vt:lpstr>
      <vt:lpstr>Classification of Strokes</vt:lpstr>
      <vt:lpstr>Classification of Stroke - Ischemic</vt:lpstr>
      <vt:lpstr>Classification of Stroke - Ischemic</vt:lpstr>
      <vt:lpstr>Classification of Stroke - Ischemic</vt:lpstr>
      <vt:lpstr>Classification of Stroke - Hemorrhagic</vt:lpstr>
      <vt:lpstr>Cerebral Circulation Review</vt:lpstr>
      <vt:lpstr>Cerebral Circulation Review</vt:lpstr>
      <vt:lpstr>Cerebral Circulation Review</vt:lpstr>
      <vt:lpstr>Cortical Vessel Distributions</vt:lpstr>
      <vt:lpstr>Anterior Large Vessel Syndromes</vt:lpstr>
      <vt:lpstr>Proximal M1 Occlusion</vt:lpstr>
      <vt:lpstr>Distal M1 Occlusion</vt:lpstr>
      <vt:lpstr>Superior M2</vt:lpstr>
      <vt:lpstr>Inferior M2</vt:lpstr>
      <vt:lpstr>ACA Syndrome</vt:lpstr>
      <vt:lpstr>Watershed Infarcts</vt:lpstr>
      <vt:lpstr>Small Vessel Syndromes</vt:lpstr>
      <vt:lpstr>Pure Motor Stroke</vt:lpstr>
      <vt:lpstr>Pure Sensory Stroke</vt:lpstr>
      <vt:lpstr>Mixed Sensorimotor</vt:lpstr>
      <vt:lpstr>Dysarthria-clumsy Hand</vt:lpstr>
      <vt:lpstr>Ataxic Hemiparesis</vt:lpstr>
      <vt:lpstr>Posterior Circulation Syndromes</vt:lpstr>
      <vt:lpstr>PCA Stroke</vt:lpstr>
      <vt:lpstr>Basilar Thrombosis</vt:lpstr>
      <vt:lpstr>Brainstem Stroke Syndromes</vt:lpstr>
      <vt:lpstr>Brainstem Stroke Syndromes  Rule of 4</vt:lpstr>
      <vt:lpstr>Brainstem Stroke Syndromes  Rule of 4</vt:lpstr>
      <vt:lpstr>Brainstem Stroke Syndromes  Rule of 4</vt:lpstr>
      <vt:lpstr>Brainstem Stroke Syndromes  Rule of 4</vt:lpstr>
      <vt:lpstr>Brainstem Stroke Syndromes  Rule of 4</vt:lpstr>
      <vt:lpstr>Brainstem Stroke Syndromes  Weber Syndrome -Medial Midbrain</vt:lpstr>
      <vt:lpstr>Brainstem Stroke Syndromes  Rule of 4</vt:lpstr>
      <vt:lpstr>Brainstem Stroke Syndromes  Rule of 4</vt:lpstr>
      <vt:lpstr>Brainstem Stroke Syndromes  Lateral Pontine Syndrome -  Marie-Foix syndrome</vt:lpstr>
      <vt:lpstr>Brainstem Stroke Syndromes  Rule of 4</vt:lpstr>
      <vt:lpstr>Brainstem Stroke Syndromes  Rule of 4</vt:lpstr>
      <vt:lpstr>Brainstem Stroke Syndromes  Medial Pontine Syndrome</vt:lpstr>
      <vt:lpstr>Brainstem Stroke Syndromes  Rule of 4</vt:lpstr>
      <vt:lpstr>Brainstem Stroke Syndromes  Rule of 4</vt:lpstr>
      <vt:lpstr>Brainstem Stroke Syndromes  Medial Medullary Syndrome – Alternating Hemiplegia</vt:lpstr>
      <vt:lpstr>Brainstem Stroke Syndromes  Rule of 4</vt:lpstr>
      <vt:lpstr>Brainstem Stroke Syndromes  Rule of 4</vt:lpstr>
      <vt:lpstr>Brainstem Stroke Syndromes  Lateral Medullary Syndrome – Wallenberg’s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Stroke Syndromes</dc:title>
  <dc:creator>Jason Massa</dc:creator>
  <cp:lastModifiedBy>Jason Massa</cp:lastModifiedBy>
  <cp:revision>19</cp:revision>
  <dcterms:created xsi:type="dcterms:W3CDTF">2021-10-09T19:19:30Z</dcterms:created>
  <dcterms:modified xsi:type="dcterms:W3CDTF">2021-10-10T02:28:58Z</dcterms:modified>
</cp:coreProperties>
</file>